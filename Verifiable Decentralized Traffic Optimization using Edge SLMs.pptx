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B49D-144B-C829-06F6-6D8DEA9B8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Verifiable Decentralized Traffic Optimization using Edge SLMs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FE550-5885-7AD7-C7BF-F3C7DCFD58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EBENEZER ISAAC</a:t>
            </a:r>
          </a:p>
        </p:txBody>
      </p:sp>
    </p:spTree>
    <p:extLst>
      <p:ext uri="{BB962C8B-B14F-4D97-AF65-F5344CB8AC3E}">
        <p14:creationId xmlns:p14="http://schemas.microsoft.com/office/powerpoint/2010/main" val="234046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C728-E420-4A2C-C0C4-F526F0F90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Multi-Billion Dollar Stagnation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28170-2C51-0C2D-117D-570CFA953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The Problem is Accelerating:</a:t>
            </a:r>
            <a:r>
              <a:rPr lang="en-US" dirty="0"/>
              <a:t> In 2025, congestion costs rose to </a:t>
            </a:r>
            <a:r>
              <a:rPr lang="en-US" b="1" dirty="0"/>
              <a:t>$894 per driver</a:t>
            </a:r>
            <a:r>
              <a:rPr lang="en-US" dirty="0"/>
              <a:t> in the US (up from $780 in 2024), with major cities like Chicago losing </a:t>
            </a:r>
            <a:r>
              <a:rPr lang="en-US" b="1" dirty="0"/>
              <a:t>112 hours</a:t>
            </a:r>
            <a:r>
              <a:rPr lang="en-US" dirty="0"/>
              <a:t> per commuter annually.</a:t>
            </a:r>
          </a:p>
          <a:p>
            <a:r>
              <a:rPr lang="en-US" b="1" dirty="0"/>
              <a:t>Legacy Tech is Failing:</a:t>
            </a:r>
            <a:r>
              <a:rPr lang="en-US" dirty="0"/>
              <a:t> 70% of global intersections still run on fixed-time plans or legacy adaptive systems (SCATS/SCOOT) rooted in </a:t>
            </a:r>
            <a:r>
              <a:rPr lang="en-US" b="1" dirty="0"/>
              <a:t>1980s centralized logic</a:t>
            </a:r>
            <a:r>
              <a:rPr lang="en-US" dirty="0"/>
              <a:t>.</a:t>
            </a:r>
          </a:p>
          <a:p>
            <a:r>
              <a:rPr lang="en-US" altLang="en-US" b="1" dirty="0">
                <a:latin typeface="Google Sans Text"/>
              </a:rPr>
              <a:t>The Latency Floor:</a:t>
            </a:r>
            <a:r>
              <a:rPr lang="en-US" altLang="en-US" dirty="0"/>
              <a:t> Current centralized systems have a hard latency floor (seconds to minutes) because data must travel from </a:t>
            </a:r>
            <a:r>
              <a:rPr lang="en-US" altLang="en-US" i="1" dirty="0">
                <a:latin typeface="Google Sans Text"/>
              </a:rPr>
              <a:t>Sensor &gt; Cloud/Central Server &gt; Decision &gt; Traffic Light</a:t>
            </a:r>
            <a:r>
              <a:rPr lang="en-US" altLang="en-US" dirty="0"/>
              <a:t>.</a:t>
            </a:r>
            <a:endParaRPr lang="en-US" dirty="0"/>
          </a:p>
          <a:p>
            <a:r>
              <a:rPr lang="en-US" b="1" dirty="0"/>
              <a:t>Why It Matters:</a:t>
            </a:r>
            <a:r>
              <a:rPr lang="en-US" dirty="0"/>
              <a:t> We are trying to route 2026 autonomous vehicle traffic with 1985 telecommunications infrastructure. It’s a bottleneck that cloud computing cannot solve due to latency.</a:t>
            </a:r>
          </a:p>
        </p:txBody>
      </p:sp>
    </p:spTree>
    <p:extLst>
      <p:ext uri="{BB962C8B-B14F-4D97-AF65-F5344CB8AC3E}">
        <p14:creationId xmlns:p14="http://schemas.microsoft.com/office/powerpoint/2010/main" val="3538450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3216-20BC-650C-3C3E-1BF34CE7A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"Black Box" Trust Crisis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A4370-B3E0-A31F-6B58-D6FFC6E7E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The Verifiability Trilemma:</a:t>
            </a:r>
            <a:r>
              <a:rPr lang="en-US" dirty="0"/>
              <a:t> Modern AI (Reinforcement Learning) is efficient but opaque. If an AI traffic light causes an accident, </a:t>
            </a:r>
            <a:r>
              <a:rPr lang="en-US" b="1" dirty="0"/>
              <a:t>who is liable?</a:t>
            </a:r>
            <a:r>
              <a:rPr lang="en-US" dirty="0"/>
              <a:t> The city? The vendor? The algorithm?</a:t>
            </a:r>
          </a:p>
          <a:p>
            <a:r>
              <a:rPr lang="en-US" b="1" dirty="0"/>
              <a:t>The "Hallucination" Risk:</a:t>
            </a:r>
            <a:r>
              <a:rPr lang="en-US" dirty="0"/>
              <a:t> Standard AI models can "hallucinate" or be tricked. A hacked billboard could fool a vision system into seeing a "Ghost Car," causing gridlock.</a:t>
            </a:r>
          </a:p>
          <a:p>
            <a:r>
              <a:rPr lang="en-US" b="1" dirty="0"/>
              <a:t>Current Solution Gap:</a:t>
            </a:r>
            <a:r>
              <a:rPr lang="en-US" dirty="0"/>
              <a:t> Competitors are rushing to deploy "Black Box" AI. Cities are rejecting them because they cannot audit </a:t>
            </a:r>
            <a:r>
              <a:rPr lang="en-US" i="1" dirty="0"/>
              <a:t>why</a:t>
            </a:r>
            <a:r>
              <a:rPr lang="en-US" dirty="0"/>
              <a:t> a light turned green.</a:t>
            </a:r>
          </a:p>
          <a:p>
            <a:r>
              <a:rPr lang="en-US" b="1" dirty="0"/>
              <a:t>The Market Opportunity:</a:t>
            </a:r>
            <a:r>
              <a:rPr lang="en-US" dirty="0"/>
              <a:t> The Smart Traffic Market is projected to hit </a:t>
            </a:r>
            <a:r>
              <a:rPr lang="en-US" b="1" dirty="0"/>
              <a:t>$14.8B in 2025</a:t>
            </a:r>
            <a:r>
              <a:rPr lang="en-US" dirty="0"/>
              <a:t>, but the winner will be the </a:t>
            </a:r>
            <a:r>
              <a:rPr lang="en-US" i="1" dirty="0"/>
              <a:t>safest</a:t>
            </a:r>
            <a:r>
              <a:rPr lang="en-US" dirty="0"/>
              <a:t> system, not just the fastest.</a:t>
            </a:r>
          </a:p>
        </p:txBody>
      </p:sp>
    </p:spTree>
    <p:extLst>
      <p:ext uri="{BB962C8B-B14F-4D97-AF65-F5344CB8AC3E}">
        <p14:creationId xmlns:p14="http://schemas.microsoft.com/office/powerpoint/2010/main" val="146805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9CBF-73AB-9DFB-1259-6A08C846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Solution: The "Edge Negotiator"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AB18-804D-FB50-BB29-0ADE42A62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Architecture Shift:</a:t>
            </a:r>
            <a:r>
              <a:rPr lang="en-US" dirty="0"/>
              <a:t> Move the "Brain" from the Cloud to the Pole. Each intersection becomes an autonomous agent.</a:t>
            </a:r>
          </a:p>
          <a:p>
            <a:r>
              <a:rPr lang="en-US" b="1" dirty="0"/>
              <a:t>Semantic Reasoning:</a:t>
            </a:r>
            <a:r>
              <a:rPr lang="en-US" dirty="0"/>
              <a:t> Unlike SCATS (which sees "magnetic blips"), our system uses Vision-Language logic. It understands </a:t>
            </a:r>
            <a:r>
              <a:rPr lang="en-US" i="1" dirty="0"/>
              <a:t>"Ambulance blocked by truck"</a:t>
            </a:r>
            <a:r>
              <a:rPr lang="en-US" dirty="0"/>
              <a:t> vs. </a:t>
            </a:r>
            <a:r>
              <a:rPr lang="en-US" i="1" dirty="0"/>
              <a:t>"Normal rush hour.“</a:t>
            </a:r>
          </a:p>
          <a:p>
            <a:r>
              <a:rPr lang="en-US" b="1" dirty="0"/>
              <a:t>Performance Gains:</a:t>
            </a:r>
            <a:r>
              <a:rPr lang="en-US" dirty="0"/>
              <a:t> Research shows Decentralized Multi-Agent Reinforcement Learning (MARL) reduces travel time by </a:t>
            </a:r>
            <a:r>
              <a:rPr lang="en-US" b="1" dirty="0"/>
              <a:t>13%</a:t>
            </a:r>
            <a:r>
              <a:rPr lang="en-US" dirty="0"/>
              <a:t> and fuel consumption by </a:t>
            </a:r>
            <a:r>
              <a:rPr lang="en-US" b="1" dirty="0"/>
              <a:t>11%</a:t>
            </a:r>
            <a:r>
              <a:rPr lang="en-US" dirty="0"/>
              <a:t> compared to centralized systems.</a:t>
            </a:r>
          </a:p>
          <a:p>
            <a:r>
              <a:rPr lang="en-US" b="1" dirty="0"/>
              <a:t>The "Trust" Layer:</a:t>
            </a:r>
            <a:r>
              <a:rPr lang="en-US" dirty="0"/>
              <a:t> We wrap the AI inferences in a Decentralized Ledger. Every "Green Light" command is digitally signed and logged on a local ledger. We don't just say "Trust us"; we provide mathematical proof of safety.</a:t>
            </a:r>
          </a:p>
        </p:txBody>
      </p:sp>
    </p:spTree>
    <p:extLst>
      <p:ext uri="{BB962C8B-B14F-4D97-AF65-F5344CB8AC3E}">
        <p14:creationId xmlns:p14="http://schemas.microsoft.com/office/powerpoint/2010/main" val="159180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569C-112A-D27A-CCBB-7FD8C7D3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3570-87F3-212F-1970-EAAB4CF82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Strategic Relevance:</a:t>
            </a:r>
            <a:r>
              <a:rPr lang="en-US" dirty="0"/>
              <a:t> This aligns with the global push for </a:t>
            </a:r>
            <a:r>
              <a:rPr lang="en-US" b="1" dirty="0"/>
              <a:t>Web 4.0 (</a:t>
            </a:r>
            <a:r>
              <a:rPr lang="en-US" b="1" dirty="0" err="1"/>
              <a:t>DePIN</a:t>
            </a:r>
            <a:r>
              <a:rPr lang="en-US" b="1" dirty="0"/>
              <a:t>)</a:t>
            </a:r>
            <a:r>
              <a:rPr lang="en-US" dirty="0"/>
              <a:t>—where physical infrastructure becomes intelligent and autonomous.</a:t>
            </a:r>
          </a:p>
          <a:p>
            <a:r>
              <a:rPr lang="en-US" b="1" dirty="0"/>
              <a:t>Economic Impact:</a:t>
            </a:r>
            <a:r>
              <a:rPr lang="en-US" dirty="0"/>
              <a:t> Reducing wait times by just 10% in a mid-sized city saves millions in lost productivity and fuel.</a:t>
            </a:r>
          </a:p>
          <a:p>
            <a:r>
              <a:rPr lang="en-US" b="1" dirty="0"/>
              <a:t>Our Competitive Moat:</a:t>
            </a:r>
            <a:r>
              <a:rPr lang="en-US" dirty="0"/>
              <a:t> While others build "faster" AI, we are building "accountable" AI. This is the feature that allows us to pass regulation.</a:t>
            </a:r>
          </a:p>
        </p:txBody>
      </p:sp>
    </p:spTree>
    <p:extLst>
      <p:ext uri="{BB962C8B-B14F-4D97-AF65-F5344CB8AC3E}">
        <p14:creationId xmlns:p14="http://schemas.microsoft.com/office/powerpoint/2010/main" val="1082999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43</TotalTime>
  <Words>502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Google Sans Text</vt:lpstr>
      <vt:lpstr>Tw Cen MT</vt:lpstr>
      <vt:lpstr>Circuit</vt:lpstr>
      <vt:lpstr>Verifiable Decentralized Traffic Optimization using Edge SLMs</vt:lpstr>
      <vt:lpstr>The Multi-Billion Dollar Stagnation</vt:lpstr>
      <vt:lpstr>The "Black Box" Trust Crisis</vt:lpstr>
      <vt:lpstr>Our Solution: The "Edge Negotiator" Node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Ebenezer Isaac Veeraraju</dc:creator>
  <cp:lastModifiedBy>Ebenezer Isaac Veeraraju</cp:lastModifiedBy>
  <cp:revision>2</cp:revision>
  <dcterms:created xsi:type="dcterms:W3CDTF">2026-02-09T10:19:58Z</dcterms:created>
  <dcterms:modified xsi:type="dcterms:W3CDTF">2026-02-09T11:03:43Z</dcterms:modified>
</cp:coreProperties>
</file>