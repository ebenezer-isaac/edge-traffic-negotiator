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0C468DF-74C3-4A61-88FD-322D6D8F36B9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EBB4E64-47AD-464C-8B42-D04A8D58598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Traffic signals act blind to their neighbours, leaving coordination gains unused.</a:t>
          </a:r>
        </a:p>
      </dgm:t>
    </dgm:pt>
    <dgm:pt modelId="{617534D4-6320-45E9-B049-2826000F6A29}" type="parTrans" cxnId="{833B114E-0B49-4377-98AD-6A3DB257C7F7}">
      <dgm:prSet/>
      <dgm:spPr/>
      <dgm:t>
        <a:bodyPr/>
        <a:lstStyle/>
        <a:p>
          <a:endParaRPr lang="en-US"/>
        </a:p>
      </dgm:t>
    </dgm:pt>
    <dgm:pt modelId="{57763B19-30F0-4A4C-8AF1-E0CCBEB047B4}" type="sibTrans" cxnId="{833B114E-0B49-4377-98AD-6A3DB257C7F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950F614-9C66-428D-816B-9BF13502540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When junctions share data to coordinate, nothing confirms that data is genuine or correct.</a:t>
          </a:r>
        </a:p>
      </dgm:t>
    </dgm:pt>
    <dgm:pt modelId="{13FF047E-7598-4065-A872-728B2E2FF8DF}" type="parTrans" cxnId="{190EF6ED-F288-4628-80E7-371D8679BFA6}">
      <dgm:prSet/>
      <dgm:spPr/>
      <dgm:t>
        <a:bodyPr/>
        <a:lstStyle/>
        <a:p>
          <a:endParaRPr lang="en-US"/>
        </a:p>
      </dgm:t>
    </dgm:pt>
    <dgm:pt modelId="{608C5676-F6C8-4F8C-B7D5-8899ABB89E60}" type="sibTrans" cxnId="{190EF6ED-F288-4628-80E7-371D8679BFA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DB52D6B-C42E-4D0C-8332-5D3B9A9E1F3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Signals are safety-critical infrastructure: AI control is deployable only if inputs are trusted and auditable.</a:t>
          </a:r>
        </a:p>
      </dgm:t>
    </dgm:pt>
    <dgm:pt modelId="{ED452A94-A466-43D3-9E0B-AD86632C0663}" type="parTrans" cxnId="{2C57E730-663E-45BC-916F-5936EEFD3855}">
      <dgm:prSet/>
      <dgm:spPr/>
      <dgm:t>
        <a:bodyPr/>
        <a:lstStyle/>
        <a:p>
          <a:endParaRPr lang="en-US"/>
        </a:p>
      </dgm:t>
    </dgm:pt>
    <dgm:pt modelId="{0254A3CB-1921-456F-A022-D7CC8EE873C9}" type="sibTrans" cxnId="{2C57E730-663E-45BC-916F-5936EEFD385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2B56139-A382-4E5B-BCA7-3153880CF8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Originality: securing language-model coordination with verifiable identity and a physics-based check has no published precedent.</a:t>
          </a:r>
        </a:p>
      </dgm:t>
    </dgm:pt>
    <dgm:pt modelId="{CE92CB94-941F-4253-94DA-5A3ED5EE3148}" type="parTrans" cxnId="{F4DA7343-9491-4C79-AF4C-5D30C8FC0569}">
      <dgm:prSet/>
      <dgm:spPr/>
      <dgm:t>
        <a:bodyPr/>
        <a:lstStyle/>
        <a:p>
          <a:endParaRPr lang="en-US"/>
        </a:p>
      </dgm:t>
    </dgm:pt>
    <dgm:pt modelId="{EDB405F9-0EF8-42E6-99B5-CE3B35BDED52}" type="sibTrans" cxnId="{F4DA7343-9491-4C79-AF4C-5D30C8FC0569}">
      <dgm:prSet/>
      <dgm:spPr/>
      <dgm:t>
        <a:bodyPr/>
        <a:lstStyle/>
        <a:p>
          <a:endParaRPr lang="en-US"/>
        </a:p>
      </dgm:t>
    </dgm:pt>
    <dgm:pt modelId="{56B7B49B-828F-436B-B217-EE45AC731AF3}" type="pres">
      <dgm:prSet presAssocID="{10C468DF-74C3-4A61-88FD-322D6D8F36B9}" presName="root" presStyleCnt="0">
        <dgm:presLayoutVars>
          <dgm:dir/>
          <dgm:resizeHandles val="exact"/>
        </dgm:presLayoutVars>
      </dgm:prSet>
      <dgm:spPr/>
    </dgm:pt>
    <dgm:pt modelId="{F71C6084-17BF-47A3-9969-6E7F559C2406}" type="pres">
      <dgm:prSet presAssocID="{10C468DF-74C3-4A61-88FD-322D6D8F36B9}" presName="container" presStyleCnt="0">
        <dgm:presLayoutVars>
          <dgm:dir/>
          <dgm:resizeHandles val="exact"/>
        </dgm:presLayoutVars>
      </dgm:prSet>
      <dgm:spPr/>
    </dgm:pt>
    <dgm:pt modelId="{06F7F81C-09F4-4BC3-B86B-1B544ACE3B10}" type="pres">
      <dgm:prSet presAssocID="{AEBB4E64-47AD-464C-8B42-D04A8D58598A}" presName="compNode" presStyleCnt="0"/>
      <dgm:spPr/>
    </dgm:pt>
    <dgm:pt modelId="{51C7F0AC-3BBE-4FE3-B4E1-D6010C147A85}" type="pres">
      <dgm:prSet presAssocID="{AEBB4E64-47AD-464C-8B42-D04A8D58598A}" presName="iconBgRect" presStyleLbl="bgShp" presStyleIdx="0" presStyleCnt="4"/>
      <dgm:spPr/>
    </dgm:pt>
    <dgm:pt modelId="{5F7A7FE5-61D8-4A70-B593-174813A06B8F}" type="pres">
      <dgm:prSet presAssocID="{AEBB4E64-47AD-464C-8B42-D04A8D58598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raffic Light"/>
        </a:ext>
      </dgm:extLst>
    </dgm:pt>
    <dgm:pt modelId="{4AA54F72-C61A-4587-B575-1567953CDE49}" type="pres">
      <dgm:prSet presAssocID="{AEBB4E64-47AD-464C-8B42-D04A8D58598A}" presName="spaceRect" presStyleCnt="0"/>
      <dgm:spPr/>
    </dgm:pt>
    <dgm:pt modelId="{670B91CA-5D51-413F-A96F-9BFB6088B3A2}" type="pres">
      <dgm:prSet presAssocID="{AEBB4E64-47AD-464C-8B42-D04A8D58598A}" presName="textRect" presStyleLbl="revTx" presStyleIdx="0" presStyleCnt="4">
        <dgm:presLayoutVars>
          <dgm:chMax val="1"/>
          <dgm:chPref val="1"/>
        </dgm:presLayoutVars>
      </dgm:prSet>
      <dgm:spPr/>
    </dgm:pt>
    <dgm:pt modelId="{7CE84CCE-E918-41C8-86BC-B4F0FB563469}" type="pres">
      <dgm:prSet presAssocID="{57763B19-30F0-4A4C-8AF1-E0CCBEB047B4}" presName="sibTrans" presStyleLbl="sibTrans2D1" presStyleIdx="0" presStyleCnt="0"/>
      <dgm:spPr/>
    </dgm:pt>
    <dgm:pt modelId="{4850A754-02CF-4024-8A32-94E4601E1FAE}" type="pres">
      <dgm:prSet presAssocID="{6950F614-9C66-428D-816B-9BF135025408}" presName="compNode" presStyleCnt="0"/>
      <dgm:spPr/>
    </dgm:pt>
    <dgm:pt modelId="{3F76773D-6A35-450B-A56F-E61D01F4C05C}" type="pres">
      <dgm:prSet presAssocID="{6950F614-9C66-428D-816B-9BF135025408}" presName="iconBgRect" presStyleLbl="bgShp" presStyleIdx="1" presStyleCnt="4"/>
      <dgm:spPr/>
    </dgm:pt>
    <dgm:pt modelId="{ADB1B251-0B7F-43B3-99AF-81F7A9E5F464}" type="pres">
      <dgm:prSet presAssocID="{6950F614-9C66-428D-816B-9BF135025408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B34E8081-7B1D-405D-939B-A71F7A3ED577}" type="pres">
      <dgm:prSet presAssocID="{6950F614-9C66-428D-816B-9BF135025408}" presName="spaceRect" presStyleCnt="0"/>
      <dgm:spPr/>
    </dgm:pt>
    <dgm:pt modelId="{0EA6569F-E8AF-4943-9BDB-47B07F962304}" type="pres">
      <dgm:prSet presAssocID="{6950F614-9C66-428D-816B-9BF135025408}" presName="textRect" presStyleLbl="revTx" presStyleIdx="1" presStyleCnt="4">
        <dgm:presLayoutVars>
          <dgm:chMax val="1"/>
          <dgm:chPref val="1"/>
        </dgm:presLayoutVars>
      </dgm:prSet>
      <dgm:spPr/>
    </dgm:pt>
    <dgm:pt modelId="{1CC22898-B0A1-497D-B11A-7069C436A174}" type="pres">
      <dgm:prSet presAssocID="{608C5676-F6C8-4F8C-B7D5-8899ABB89E60}" presName="sibTrans" presStyleLbl="sibTrans2D1" presStyleIdx="0" presStyleCnt="0"/>
      <dgm:spPr/>
    </dgm:pt>
    <dgm:pt modelId="{EC54D10B-10F5-4C4F-9ECF-A300A9EC3266}" type="pres">
      <dgm:prSet presAssocID="{ADB52D6B-C42E-4D0C-8332-5D3B9A9E1F3D}" presName="compNode" presStyleCnt="0"/>
      <dgm:spPr/>
    </dgm:pt>
    <dgm:pt modelId="{2FEAA4CD-6371-4B16-A3D0-7FA2B7B2B516}" type="pres">
      <dgm:prSet presAssocID="{ADB52D6B-C42E-4D0C-8332-5D3B9A9E1F3D}" presName="iconBgRect" presStyleLbl="bgShp" presStyleIdx="2" presStyleCnt="4"/>
      <dgm:spPr/>
    </dgm:pt>
    <dgm:pt modelId="{13009F8B-2677-46F9-AE0F-D005E93C697B}" type="pres">
      <dgm:prSet presAssocID="{ADB52D6B-C42E-4D0C-8332-5D3B9A9E1F3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DB0176E3-DB29-4754-BA3D-8DDE1EAFD315}" type="pres">
      <dgm:prSet presAssocID="{ADB52D6B-C42E-4D0C-8332-5D3B9A9E1F3D}" presName="spaceRect" presStyleCnt="0"/>
      <dgm:spPr/>
    </dgm:pt>
    <dgm:pt modelId="{FD16261C-CE94-4963-8551-AA2815388AF9}" type="pres">
      <dgm:prSet presAssocID="{ADB52D6B-C42E-4D0C-8332-5D3B9A9E1F3D}" presName="textRect" presStyleLbl="revTx" presStyleIdx="2" presStyleCnt="4">
        <dgm:presLayoutVars>
          <dgm:chMax val="1"/>
          <dgm:chPref val="1"/>
        </dgm:presLayoutVars>
      </dgm:prSet>
      <dgm:spPr/>
    </dgm:pt>
    <dgm:pt modelId="{265F6C3C-9115-42F7-83C5-757D6AD437B8}" type="pres">
      <dgm:prSet presAssocID="{0254A3CB-1921-456F-A022-D7CC8EE873C9}" presName="sibTrans" presStyleLbl="sibTrans2D1" presStyleIdx="0" presStyleCnt="0"/>
      <dgm:spPr/>
    </dgm:pt>
    <dgm:pt modelId="{860AE765-9934-4C87-B7CC-1FCCDFEF0CE0}" type="pres">
      <dgm:prSet presAssocID="{12B56139-A382-4E5B-BCA7-3153880CF825}" presName="compNode" presStyleCnt="0"/>
      <dgm:spPr/>
    </dgm:pt>
    <dgm:pt modelId="{32642D3A-A0DC-4440-9CE9-B92C9322C964}" type="pres">
      <dgm:prSet presAssocID="{12B56139-A382-4E5B-BCA7-3153880CF825}" presName="iconBgRect" presStyleLbl="bgShp" presStyleIdx="3" presStyleCnt="4"/>
      <dgm:spPr/>
    </dgm:pt>
    <dgm:pt modelId="{2F9C2B14-0E0D-44B3-B402-762AD6A85975}" type="pres">
      <dgm:prSet presAssocID="{12B56139-A382-4E5B-BCA7-3153880CF82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58F113DC-B054-4894-9711-685B4939E58B}" type="pres">
      <dgm:prSet presAssocID="{12B56139-A382-4E5B-BCA7-3153880CF825}" presName="spaceRect" presStyleCnt="0"/>
      <dgm:spPr/>
    </dgm:pt>
    <dgm:pt modelId="{9C80E391-3828-4F2C-A97C-D3EB12315C06}" type="pres">
      <dgm:prSet presAssocID="{12B56139-A382-4E5B-BCA7-3153880CF82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F42850B-6DAF-44C5-98C8-DF865A33BA5E}" type="presOf" srcId="{6950F614-9C66-428D-816B-9BF135025408}" destId="{0EA6569F-E8AF-4943-9BDB-47B07F962304}" srcOrd="0" destOrd="0" presId="urn:microsoft.com/office/officeart/2018/2/layout/IconCircleList"/>
    <dgm:cxn modelId="{2C57E730-663E-45BC-916F-5936EEFD3855}" srcId="{10C468DF-74C3-4A61-88FD-322D6D8F36B9}" destId="{ADB52D6B-C42E-4D0C-8332-5D3B9A9E1F3D}" srcOrd="2" destOrd="0" parTransId="{ED452A94-A466-43D3-9E0B-AD86632C0663}" sibTransId="{0254A3CB-1921-456F-A022-D7CC8EE873C9}"/>
    <dgm:cxn modelId="{F4DA7343-9491-4C79-AF4C-5D30C8FC0569}" srcId="{10C468DF-74C3-4A61-88FD-322D6D8F36B9}" destId="{12B56139-A382-4E5B-BCA7-3153880CF825}" srcOrd="3" destOrd="0" parTransId="{CE92CB94-941F-4253-94DA-5A3ED5EE3148}" sibTransId="{EDB405F9-0EF8-42E6-99B5-CE3B35BDED52}"/>
    <dgm:cxn modelId="{833B114E-0B49-4377-98AD-6A3DB257C7F7}" srcId="{10C468DF-74C3-4A61-88FD-322D6D8F36B9}" destId="{AEBB4E64-47AD-464C-8B42-D04A8D58598A}" srcOrd="0" destOrd="0" parTransId="{617534D4-6320-45E9-B049-2826000F6A29}" sibTransId="{57763B19-30F0-4A4C-8AF1-E0CCBEB047B4}"/>
    <dgm:cxn modelId="{CF39B180-C686-43BC-A55A-A373829304C4}" type="presOf" srcId="{ADB52D6B-C42E-4D0C-8332-5D3B9A9E1F3D}" destId="{FD16261C-CE94-4963-8551-AA2815388AF9}" srcOrd="0" destOrd="0" presId="urn:microsoft.com/office/officeart/2018/2/layout/IconCircleList"/>
    <dgm:cxn modelId="{B3C2FE8F-21B1-4A38-8CB6-8F48A8392A09}" type="presOf" srcId="{AEBB4E64-47AD-464C-8B42-D04A8D58598A}" destId="{670B91CA-5D51-413F-A96F-9BFB6088B3A2}" srcOrd="0" destOrd="0" presId="urn:microsoft.com/office/officeart/2018/2/layout/IconCircleList"/>
    <dgm:cxn modelId="{6D4E839C-E883-4123-A06E-95AC2792392D}" type="presOf" srcId="{57763B19-30F0-4A4C-8AF1-E0CCBEB047B4}" destId="{7CE84CCE-E918-41C8-86BC-B4F0FB563469}" srcOrd="0" destOrd="0" presId="urn:microsoft.com/office/officeart/2018/2/layout/IconCircleList"/>
    <dgm:cxn modelId="{E569EBAD-1DF8-439B-BC2F-20B072BF759B}" type="presOf" srcId="{12B56139-A382-4E5B-BCA7-3153880CF825}" destId="{9C80E391-3828-4F2C-A97C-D3EB12315C06}" srcOrd="0" destOrd="0" presId="urn:microsoft.com/office/officeart/2018/2/layout/IconCircleList"/>
    <dgm:cxn modelId="{C0B2F4B1-E8AC-495D-A458-885AAC6A4AD9}" type="presOf" srcId="{608C5676-F6C8-4F8C-B7D5-8899ABB89E60}" destId="{1CC22898-B0A1-497D-B11A-7069C436A174}" srcOrd="0" destOrd="0" presId="urn:microsoft.com/office/officeart/2018/2/layout/IconCircleList"/>
    <dgm:cxn modelId="{E5F240B5-FA33-4E1F-9519-43F0064FEDE9}" type="presOf" srcId="{0254A3CB-1921-456F-A022-D7CC8EE873C9}" destId="{265F6C3C-9115-42F7-83C5-757D6AD437B8}" srcOrd="0" destOrd="0" presId="urn:microsoft.com/office/officeart/2018/2/layout/IconCircleList"/>
    <dgm:cxn modelId="{537FACD3-6A0C-4547-B7F3-039E3B531091}" type="presOf" srcId="{10C468DF-74C3-4A61-88FD-322D6D8F36B9}" destId="{56B7B49B-828F-436B-B217-EE45AC731AF3}" srcOrd="0" destOrd="0" presId="urn:microsoft.com/office/officeart/2018/2/layout/IconCircleList"/>
    <dgm:cxn modelId="{190EF6ED-F288-4628-80E7-371D8679BFA6}" srcId="{10C468DF-74C3-4A61-88FD-322D6D8F36B9}" destId="{6950F614-9C66-428D-816B-9BF135025408}" srcOrd="1" destOrd="0" parTransId="{13FF047E-7598-4065-A872-728B2E2FF8DF}" sibTransId="{608C5676-F6C8-4F8C-B7D5-8899ABB89E60}"/>
    <dgm:cxn modelId="{D88B9A31-2882-4963-80E9-754DC52E1DA6}" type="presParOf" srcId="{56B7B49B-828F-436B-B217-EE45AC731AF3}" destId="{F71C6084-17BF-47A3-9969-6E7F559C2406}" srcOrd="0" destOrd="0" presId="urn:microsoft.com/office/officeart/2018/2/layout/IconCircleList"/>
    <dgm:cxn modelId="{9B79230D-EC58-4B1E-915D-9F830275B6F0}" type="presParOf" srcId="{F71C6084-17BF-47A3-9969-6E7F559C2406}" destId="{06F7F81C-09F4-4BC3-B86B-1B544ACE3B10}" srcOrd="0" destOrd="0" presId="urn:microsoft.com/office/officeart/2018/2/layout/IconCircleList"/>
    <dgm:cxn modelId="{E4C0AC62-44A4-4EB2-933C-2BD529D52EA1}" type="presParOf" srcId="{06F7F81C-09F4-4BC3-B86B-1B544ACE3B10}" destId="{51C7F0AC-3BBE-4FE3-B4E1-D6010C147A85}" srcOrd="0" destOrd="0" presId="urn:microsoft.com/office/officeart/2018/2/layout/IconCircleList"/>
    <dgm:cxn modelId="{F747AE69-B794-43B8-92B0-63E66F2B452F}" type="presParOf" srcId="{06F7F81C-09F4-4BC3-B86B-1B544ACE3B10}" destId="{5F7A7FE5-61D8-4A70-B593-174813A06B8F}" srcOrd="1" destOrd="0" presId="urn:microsoft.com/office/officeart/2018/2/layout/IconCircleList"/>
    <dgm:cxn modelId="{83DD28AC-B830-4560-BA28-93B6C98042D7}" type="presParOf" srcId="{06F7F81C-09F4-4BC3-B86B-1B544ACE3B10}" destId="{4AA54F72-C61A-4587-B575-1567953CDE49}" srcOrd="2" destOrd="0" presId="urn:microsoft.com/office/officeart/2018/2/layout/IconCircleList"/>
    <dgm:cxn modelId="{427A82E9-8F32-4036-92EC-65C2F16D5B29}" type="presParOf" srcId="{06F7F81C-09F4-4BC3-B86B-1B544ACE3B10}" destId="{670B91CA-5D51-413F-A96F-9BFB6088B3A2}" srcOrd="3" destOrd="0" presId="urn:microsoft.com/office/officeart/2018/2/layout/IconCircleList"/>
    <dgm:cxn modelId="{64CBF252-9ED1-43AA-B3C8-E6AA0E825989}" type="presParOf" srcId="{F71C6084-17BF-47A3-9969-6E7F559C2406}" destId="{7CE84CCE-E918-41C8-86BC-B4F0FB563469}" srcOrd="1" destOrd="0" presId="urn:microsoft.com/office/officeart/2018/2/layout/IconCircleList"/>
    <dgm:cxn modelId="{95EC5305-A808-46F6-AC51-8778AD9E963F}" type="presParOf" srcId="{F71C6084-17BF-47A3-9969-6E7F559C2406}" destId="{4850A754-02CF-4024-8A32-94E4601E1FAE}" srcOrd="2" destOrd="0" presId="urn:microsoft.com/office/officeart/2018/2/layout/IconCircleList"/>
    <dgm:cxn modelId="{54A9B429-3DB3-4F32-BE3E-CC8AD3FA6C01}" type="presParOf" srcId="{4850A754-02CF-4024-8A32-94E4601E1FAE}" destId="{3F76773D-6A35-450B-A56F-E61D01F4C05C}" srcOrd="0" destOrd="0" presId="urn:microsoft.com/office/officeart/2018/2/layout/IconCircleList"/>
    <dgm:cxn modelId="{79625844-963E-4139-9F5F-4FAA6286FFF3}" type="presParOf" srcId="{4850A754-02CF-4024-8A32-94E4601E1FAE}" destId="{ADB1B251-0B7F-43B3-99AF-81F7A9E5F464}" srcOrd="1" destOrd="0" presId="urn:microsoft.com/office/officeart/2018/2/layout/IconCircleList"/>
    <dgm:cxn modelId="{8CA134FB-0967-463A-9C9A-7F0F574FDD5E}" type="presParOf" srcId="{4850A754-02CF-4024-8A32-94E4601E1FAE}" destId="{B34E8081-7B1D-405D-939B-A71F7A3ED577}" srcOrd="2" destOrd="0" presId="urn:microsoft.com/office/officeart/2018/2/layout/IconCircleList"/>
    <dgm:cxn modelId="{C48E0C90-6088-4FA1-B88E-71E2EA3CEB08}" type="presParOf" srcId="{4850A754-02CF-4024-8A32-94E4601E1FAE}" destId="{0EA6569F-E8AF-4943-9BDB-47B07F962304}" srcOrd="3" destOrd="0" presId="urn:microsoft.com/office/officeart/2018/2/layout/IconCircleList"/>
    <dgm:cxn modelId="{5743F378-D54E-40D0-8FC6-642DD74F2829}" type="presParOf" srcId="{F71C6084-17BF-47A3-9969-6E7F559C2406}" destId="{1CC22898-B0A1-497D-B11A-7069C436A174}" srcOrd="3" destOrd="0" presId="urn:microsoft.com/office/officeart/2018/2/layout/IconCircleList"/>
    <dgm:cxn modelId="{2975162C-37D0-47CE-A1DC-38751A707363}" type="presParOf" srcId="{F71C6084-17BF-47A3-9969-6E7F559C2406}" destId="{EC54D10B-10F5-4C4F-9ECF-A300A9EC3266}" srcOrd="4" destOrd="0" presId="urn:microsoft.com/office/officeart/2018/2/layout/IconCircleList"/>
    <dgm:cxn modelId="{B46BF0E0-BAA8-4894-A736-C67707EA5457}" type="presParOf" srcId="{EC54D10B-10F5-4C4F-9ECF-A300A9EC3266}" destId="{2FEAA4CD-6371-4B16-A3D0-7FA2B7B2B516}" srcOrd="0" destOrd="0" presId="urn:microsoft.com/office/officeart/2018/2/layout/IconCircleList"/>
    <dgm:cxn modelId="{7A908164-1C77-47E5-AFDD-199DD1F40698}" type="presParOf" srcId="{EC54D10B-10F5-4C4F-9ECF-A300A9EC3266}" destId="{13009F8B-2677-46F9-AE0F-D005E93C697B}" srcOrd="1" destOrd="0" presId="urn:microsoft.com/office/officeart/2018/2/layout/IconCircleList"/>
    <dgm:cxn modelId="{E7EA0173-213D-4FB0-A5A2-9794777FDEE2}" type="presParOf" srcId="{EC54D10B-10F5-4C4F-9ECF-A300A9EC3266}" destId="{DB0176E3-DB29-4754-BA3D-8DDE1EAFD315}" srcOrd="2" destOrd="0" presId="urn:microsoft.com/office/officeart/2018/2/layout/IconCircleList"/>
    <dgm:cxn modelId="{3E36DC60-B3E1-41D7-BF75-78E64F4976F1}" type="presParOf" srcId="{EC54D10B-10F5-4C4F-9ECF-A300A9EC3266}" destId="{FD16261C-CE94-4963-8551-AA2815388AF9}" srcOrd="3" destOrd="0" presId="urn:microsoft.com/office/officeart/2018/2/layout/IconCircleList"/>
    <dgm:cxn modelId="{63BC5119-C99B-41BC-A053-227BA8991298}" type="presParOf" srcId="{F71C6084-17BF-47A3-9969-6E7F559C2406}" destId="{265F6C3C-9115-42F7-83C5-757D6AD437B8}" srcOrd="5" destOrd="0" presId="urn:microsoft.com/office/officeart/2018/2/layout/IconCircleList"/>
    <dgm:cxn modelId="{EC04CC7B-AF07-4F6D-8F8C-C23C5DE3F4A0}" type="presParOf" srcId="{F71C6084-17BF-47A3-9969-6E7F559C2406}" destId="{860AE765-9934-4C87-B7CC-1FCCDFEF0CE0}" srcOrd="6" destOrd="0" presId="urn:microsoft.com/office/officeart/2018/2/layout/IconCircleList"/>
    <dgm:cxn modelId="{8F6EB3E8-9BE5-46F1-BC6B-45D060F84BD1}" type="presParOf" srcId="{860AE765-9934-4C87-B7CC-1FCCDFEF0CE0}" destId="{32642D3A-A0DC-4440-9CE9-B92C9322C964}" srcOrd="0" destOrd="0" presId="urn:microsoft.com/office/officeart/2018/2/layout/IconCircleList"/>
    <dgm:cxn modelId="{F41AB571-CDD9-4C24-BB9C-2217EA739856}" type="presParOf" srcId="{860AE765-9934-4C87-B7CC-1FCCDFEF0CE0}" destId="{2F9C2B14-0E0D-44B3-B402-762AD6A85975}" srcOrd="1" destOrd="0" presId="urn:microsoft.com/office/officeart/2018/2/layout/IconCircleList"/>
    <dgm:cxn modelId="{A9B7DBD4-59EF-4AAB-8987-51A453E196F5}" type="presParOf" srcId="{860AE765-9934-4C87-B7CC-1FCCDFEF0CE0}" destId="{58F113DC-B054-4894-9711-685B4939E58B}" srcOrd="2" destOrd="0" presId="urn:microsoft.com/office/officeart/2018/2/layout/IconCircleList"/>
    <dgm:cxn modelId="{9F0C1064-A36E-4292-85E5-DDA2D6F1C60A}" type="presParOf" srcId="{860AE765-9934-4C87-B7CC-1FCCDFEF0CE0}" destId="{9C80E391-3828-4F2C-A97C-D3EB12315C0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2BC9B6-A849-4ACC-9977-D35104EC5E4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F769B035-42A8-4122-B823-48A8B4C096D0}">
      <dgm:prSet/>
      <dgm:spPr/>
      <dgm:t>
        <a:bodyPr/>
        <a:lstStyle/>
        <a:p>
          <a:r>
            <a:rPr lang="en-US"/>
            <a:t>Mature but separate strands: language-model traffic control, MaxPressure control, cooperative-ITS spoof and fault detection, decentralized identity and blockchain PKI, and chain-of-thought faithfulness.</a:t>
          </a:r>
        </a:p>
      </dgm:t>
    </dgm:pt>
    <dgm:pt modelId="{DE9FC88B-A56B-4944-989E-CC8D604EEC0C}" type="parTrans" cxnId="{A4CA8737-A4B8-485D-BC4C-676145EDAC9B}">
      <dgm:prSet/>
      <dgm:spPr/>
      <dgm:t>
        <a:bodyPr/>
        <a:lstStyle/>
        <a:p>
          <a:endParaRPr lang="en-US"/>
        </a:p>
      </dgm:t>
    </dgm:pt>
    <dgm:pt modelId="{45DB5140-BA98-4399-9F0A-EE3001837F2E}" type="sibTrans" cxnId="{A4CA8737-A4B8-485D-BC4C-676145EDAC9B}">
      <dgm:prSet/>
      <dgm:spPr/>
      <dgm:t>
        <a:bodyPr/>
        <a:lstStyle/>
        <a:p>
          <a:endParaRPr lang="en-US"/>
        </a:p>
      </dgm:t>
    </dgm:pt>
    <dgm:pt modelId="{0C339C23-A852-496E-9E81-B7CEE51FC90D}">
      <dgm:prSet/>
      <dgm:spPr/>
      <dgm:t>
        <a:bodyPr/>
        <a:lstStyle/>
        <a:p>
          <a:r>
            <a:rPr lang="en-US" dirty="0"/>
            <a:t>Evidence base: 175 peer-reviewed sources, with 28 more added for agent identity and spoof or fault detection.</a:t>
          </a:r>
        </a:p>
      </dgm:t>
    </dgm:pt>
    <dgm:pt modelId="{CD37D856-74BD-444D-8A2D-71B572C645AE}" type="parTrans" cxnId="{9A8A8E6F-111B-4103-9B13-B1C65BE2E86A}">
      <dgm:prSet/>
      <dgm:spPr/>
      <dgm:t>
        <a:bodyPr/>
        <a:lstStyle/>
        <a:p>
          <a:endParaRPr lang="en-US"/>
        </a:p>
      </dgm:t>
    </dgm:pt>
    <dgm:pt modelId="{5CD3E505-86A7-4CCE-B004-234E1D696450}" type="sibTrans" cxnId="{9A8A8E6F-111B-4103-9B13-B1C65BE2E86A}">
      <dgm:prSet/>
      <dgm:spPr/>
      <dgm:t>
        <a:bodyPr/>
        <a:lstStyle/>
        <a:p>
          <a:endParaRPr lang="en-US"/>
        </a:p>
      </dgm:t>
    </dgm:pt>
    <dgm:pt modelId="{8F3A4165-B720-48D9-A311-F45B064E96BF}">
      <dgm:prSet/>
      <dgm:spPr/>
      <dgm:t>
        <a:bodyPr/>
        <a:lstStyle/>
        <a:p>
          <a:r>
            <a:rPr lang="en-US" dirty="0"/>
            <a:t>The gap: nobody places authenticated identity and a vehicle-conservation check beneath language-model cross-junction coordination.</a:t>
          </a:r>
        </a:p>
      </dgm:t>
    </dgm:pt>
    <dgm:pt modelId="{35B07CB7-6BD0-45D9-8FAA-2C4A2F04D324}" type="parTrans" cxnId="{3975B957-ACE5-4CDC-9EC9-D099261C521A}">
      <dgm:prSet/>
      <dgm:spPr/>
      <dgm:t>
        <a:bodyPr/>
        <a:lstStyle/>
        <a:p>
          <a:endParaRPr lang="en-US"/>
        </a:p>
      </dgm:t>
    </dgm:pt>
    <dgm:pt modelId="{2D49C720-83D1-4326-A158-E2B6122EA8BA}" type="sibTrans" cxnId="{3975B957-ACE5-4CDC-9EC9-D099261C521A}">
      <dgm:prSet/>
      <dgm:spPr/>
      <dgm:t>
        <a:bodyPr/>
        <a:lstStyle/>
        <a:p>
          <a:endParaRPr lang="en-US"/>
        </a:p>
      </dgm:t>
    </dgm:pt>
    <dgm:pt modelId="{CD8C8FCA-A819-4A9D-9BFD-F1CC37EB7D1A}">
      <dgm:prSet/>
      <dgm:spPr/>
      <dgm:t>
        <a:bodyPr/>
        <a:lstStyle/>
        <a:p>
          <a:r>
            <a:rPr lang="en-US"/>
            <a:t>Research question: can authenticated, plausibility-checked agents coordinate a corridor while detecting spoofed or faulty inputs?</a:t>
          </a:r>
        </a:p>
      </dgm:t>
    </dgm:pt>
    <dgm:pt modelId="{DE100F08-BBCF-4341-A5C0-70FFEF618F94}" type="parTrans" cxnId="{7E42FC72-7371-43C4-98B4-EC08E1A9FDB7}">
      <dgm:prSet/>
      <dgm:spPr/>
      <dgm:t>
        <a:bodyPr/>
        <a:lstStyle/>
        <a:p>
          <a:endParaRPr lang="en-US"/>
        </a:p>
      </dgm:t>
    </dgm:pt>
    <dgm:pt modelId="{CDEA142C-2875-48EB-A523-EC015FF68A09}" type="sibTrans" cxnId="{7E42FC72-7371-43C4-98B4-EC08E1A9FDB7}">
      <dgm:prSet/>
      <dgm:spPr/>
      <dgm:t>
        <a:bodyPr/>
        <a:lstStyle/>
        <a:p>
          <a:endParaRPr lang="en-US"/>
        </a:p>
      </dgm:t>
    </dgm:pt>
    <dgm:pt modelId="{331A4A14-EBD7-4496-987E-F5E6BA43B3AD}">
      <dgm:prSet/>
      <dgm:spPr/>
      <dgm:t>
        <a:bodyPr/>
        <a:lstStyle/>
        <a:p>
          <a:r>
            <a:rPr lang="en-US"/>
            <a:t>Honest limit: a consistency-respecting attacker can evade conservation checks (Xiao, 2026), so identity is a separate layer.</a:t>
          </a:r>
        </a:p>
      </dgm:t>
    </dgm:pt>
    <dgm:pt modelId="{65F0D2C7-3864-4D0F-8070-793607770694}" type="parTrans" cxnId="{5924DF6F-7AF7-43CC-8FC9-315C464CA82E}">
      <dgm:prSet/>
      <dgm:spPr/>
      <dgm:t>
        <a:bodyPr/>
        <a:lstStyle/>
        <a:p>
          <a:endParaRPr lang="en-US"/>
        </a:p>
      </dgm:t>
    </dgm:pt>
    <dgm:pt modelId="{659A02D0-2E51-4C8F-866F-84CAC92996CB}" type="sibTrans" cxnId="{5924DF6F-7AF7-43CC-8FC9-315C464CA82E}">
      <dgm:prSet/>
      <dgm:spPr/>
      <dgm:t>
        <a:bodyPr/>
        <a:lstStyle/>
        <a:p>
          <a:endParaRPr lang="en-US"/>
        </a:p>
      </dgm:t>
    </dgm:pt>
    <dgm:pt modelId="{32400188-73C0-4E5B-ACD7-92328CDF9753}" type="pres">
      <dgm:prSet presAssocID="{572BC9B6-A849-4ACC-9977-D35104EC5E4B}" presName="root" presStyleCnt="0">
        <dgm:presLayoutVars>
          <dgm:dir/>
          <dgm:resizeHandles val="exact"/>
        </dgm:presLayoutVars>
      </dgm:prSet>
      <dgm:spPr/>
    </dgm:pt>
    <dgm:pt modelId="{81EDBEAC-6906-4C29-B6EB-31B30C44FB44}" type="pres">
      <dgm:prSet presAssocID="{F769B035-42A8-4122-B823-48A8B4C096D0}" presName="compNode" presStyleCnt="0"/>
      <dgm:spPr/>
    </dgm:pt>
    <dgm:pt modelId="{DFF5441C-755E-4F96-8AAD-61E475C071C3}" type="pres">
      <dgm:prSet presAssocID="{F769B035-42A8-4122-B823-48A8B4C096D0}" presName="bgRect" presStyleLbl="bgShp" presStyleIdx="0" presStyleCnt="5"/>
      <dgm:spPr/>
    </dgm:pt>
    <dgm:pt modelId="{E075A62C-14A9-4BE5-AF33-E616727C332F}" type="pres">
      <dgm:prSet presAssocID="{F769B035-42A8-4122-B823-48A8B4C096D0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DAFC8592-39B6-4D82-B8D0-77D80B9A9DB4}" type="pres">
      <dgm:prSet presAssocID="{F769B035-42A8-4122-B823-48A8B4C096D0}" presName="spaceRect" presStyleCnt="0"/>
      <dgm:spPr/>
    </dgm:pt>
    <dgm:pt modelId="{D58C4A76-3434-4B59-896F-006E9D423344}" type="pres">
      <dgm:prSet presAssocID="{F769B035-42A8-4122-B823-48A8B4C096D0}" presName="parTx" presStyleLbl="revTx" presStyleIdx="0" presStyleCnt="5">
        <dgm:presLayoutVars>
          <dgm:chMax val="0"/>
          <dgm:chPref val="0"/>
        </dgm:presLayoutVars>
      </dgm:prSet>
      <dgm:spPr/>
    </dgm:pt>
    <dgm:pt modelId="{CE87CAA7-70DC-42CA-9078-3F4C527F9277}" type="pres">
      <dgm:prSet presAssocID="{45DB5140-BA98-4399-9F0A-EE3001837F2E}" presName="sibTrans" presStyleCnt="0"/>
      <dgm:spPr/>
    </dgm:pt>
    <dgm:pt modelId="{51C56F50-45C6-41C9-9BD8-9F052030A0C1}" type="pres">
      <dgm:prSet presAssocID="{0C339C23-A852-496E-9E81-B7CEE51FC90D}" presName="compNode" presStyleCnt="0"/>
      <dgm:spPr/>
    </dgm:pt>
    <dgm:pt modelId="{D9B04F4E-630C-4B11-ACEF-3855313529CC}" type="pres">
      <dgm:prSet presAssocID="{0C339C23-A852-496E-9E81-B7CEE51FC90D}" presName="bgRect" presStyleLbl="bgShp" presStyleIdx="1" presStyleCnt="5"/>
      <dgm:spPr/>
    </dgm:pt>
    <dgm:pt modelId="{B8FC7AA8-D6FC-4B11-89D3-D7BE81DF7B04}" type="pres">
      <dgm:prSet presAssocID="{0C339C23-A852-496E-9E81-B7CEE51FC90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C6561916-13FC-4202-804A-D5B6FB74FC21}" type="pres">
      <dgm:prSet presAssocID="{0C339C23-A852-496E-9E81-B7CEE51FC90D}" presName="spaceRect" presStyleCnt="0"/>
      <dgm:spPr/>
    </dgm:pt>
    <dgm:pt modelId="{BDBC78CE-0033-4286-8751-48DFBBD536D1}" type="pres">
      <dgm:prSet presAssocID="{0C339C23-A852-496E-9E81-B7CEE51FC90D}" presName="parTx" presStyleLbl="revTx" presStyleIdx="1" presStyleCnt="5">
        <dgm:presLayoutVars>
          <dgm:chMax val="0"/>
          <dgm:chPref val="0"/>
        </dgm:presLayoutVars>
      </dgm:prSet>
      <dgm:spPr/>
    </dgm:pt>
    <dgm:pt modelId="{F4D3243B-9CD6-4D5D-A2F6-1630A85F631D}" type="pres">
      <dgm:prSet presAssocID="{5CD3E505-86A7-4CCE-B004-234E1D696450}" presName="sibTrans" presStyleCnt="0"/>
      <dgm:spPr/>
    </dgm:pt>
    <dgm:pt modelId="{A1A7421D-839E-4D88-8633-12285BDD51AF}" type="pres">
      <dgm:prSet presAssocID="{8F3A4165-B720-48D9-A311-F45B064E96BF}" presName="compNode" presStyleCnt="0"/>
      <dgm:spPr/>
    </dgm:pt>
    <dgm:pt modelId="{47E7479E-A1BD-4EF9-9417-AB3780FB7F7E}" type="pres">
      <dgm:prSet presAssocID="{8F3A4165-B720-48D9-A311-F45B064E96BF}" presName="bgRect" presStyleLbl="bgShp" presStyleIdx="2" presStyleCnt="5"/>
      <dgm:spPr/>
    </dgm:pt>
    <dgm:pt modelId="{E0919D06-DFD0-4079-ABE3-5EEE61191CBA}" type="pres">
      <dgm:prSet presAssocID="{8F3A4165-B720-48D9-A311-F45B064E96BF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rcles with Lines"/>
        </a:ext>
      </dgm:extLst>
    </dgm:pt>
    <dgm:pt modelId="{2354D523-CF21-4395-95E9-FCB72BD65A1B}" type="pres">
      <dgm:prSet presAssocID="{8F3A4165-B720-48D9-A311-F45B064E96BF}" presName="spaceRect" presStyleCnt="0"/>
      <dgm:spPr/>
    </dgm:pt>
    <dgm:pt modelId="{F658D36D-CB52-451B-A2F8-9520D43E0CBC}" type="pres">
      <dgm:prSet presAssocID="{8F3A4165-B720-48D9-A311-F45B064E96BF}" presName="parTx" presStyleLbl="revTx" presStyleIdx="2" presStyleCnt="5">
        <dgm:presLayoutVars>
          <dgm:chMax val="0"/>
          <dgm:chPref val="0"/>
        </dgm:presLayoutVars>
      </dgm:prSet>
      <dgm:spPr/>
    </dgm:pt>
    <dgm:pt modelId="{3F34F2F9-C5BA-449B-97E0-70293DAF682E}" type="pres">
      <dgm:prSet presAssocID="{2D49C720-83D1-4326-A158-E2B6122EA8BA}" presName="sibTrans" presStyleCnt="0"/>
      <dgm:spPr/>
    </dgm:pt>
    <dgm:pt modelId="{4B97033C-25DB-47B3-9C68-3ED19AAC0044}" type="pres">
      <dgm:prSet presAssocID="{CD8C8FCA-A819-4A9D-9BFD-F1CC37EB7D1A}" presName="compNode" presStyleCnt="0"/>
      <dgm:spPr/>
    </dgm:pt>
    <dgm:pt modelId="{C517328F-0F5E-4367-857C-CE13F650EDBF}" type="pres">
      <dgm:prSet presAssocID="{CD8C8FCA-A819-4A9D-9BFD-F1CC37EB7D1A}" presName="bgRect" presStyleLbl="bgShp" presStyleIdx="3" presStyleCnt="5"/>
      <dgm:spPr/>
    </dgm:pt>
    <dgm:pt modelId="{C37DBB59-CE57-4956-BAEC-0535B7806F39}" type="pres">
      <dgm:prSet presAssocID="{CD8C8FCA-A819-4A9D-9BFD-F1CC37EB7D1A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rog"/>
        </a:ext>
      </dgm:extLst>
    </dgm:pt>
    <dgm:pt modelId="{D825CB19-E4CA-4C07-8A7F-D85102BA6B7E}" type="pres">
      <dgm:prSet presAssocID="{CD8C8FCA-A819-4A9D-9BFD-F1CC37EB7D1A}" presName="spaceRect" presStyleCnt="0"/>
      <dgm:spPr/>
    </dgm:pt>
    <dgm:pt modelId="{B261DDE3-5FE9-48D8-96B1-0577DCF54574}" type="pres">
      <dgm:prSet presAssocID="{CD8C8FCA-A819-4A9D-9BFD-F1CC37EB7D1A}" presName="parTx" presStyleLbl="revTx" presStyleIdx="3" presStyleCnt="5">
        <dgm:presLayoutVars>
          <dgm:chMax val="0"/>
          <dgm:chPref val="0"/>
        </dgm:presLayoutVars>
      </dgm:prSet>
      <dgm:spPr/>
    </dgm:pt>
    <dgm:pt modelId="{8059DE69-1ECA-49D5-880C-3363C2110DCC}" type="pres">
      <dgm:prSet presAssocID="{CDEA142C-2875-48EB-A523-EC015FF68A09}" presName="sibTrans" presStyleCnt="0"/>
      <dgm:spPr/>
    </dgm:pt>
    <dgm:pt modelId="{CC6364D6-C5FC-4806-B541-0732C4337008}" type="pres">
      <dgm:prSet presAssocID="{331A4A14-EBD7-4496-987E-F5E6BA43B3AD}" presName="compNode" presStyleCnt="0"/>
      <dgm:spPr/>
    </dgm:pt>
    <dgm:pt modelId="{FDB15083-5CAB-40BE-8C3B-BE4C8CA8CF41}" type="pres">
      <dgm:prSet presAssocID="{331A4A14-EBD7-4496-987E-F5E6BA43B3AD}" presName="bgRect" presStyleLbl="bgShp" presStyleIdx="4" presStyleCnt="5"/>
      <dgm:spPr/>
    </dgm:pt>
    <dgm:pt modelId="{5FCE57E8-ACE9-42B4-A23E-401381BD6742}" type="pres">
      <dgm:prSet presAssocID="{331A4A14-EBD7-4496-987E-F5E6BA43B3AD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vil Face Outline"/>
        </a:ext>
      </dgm:extLst>
    </dgm:pt>
    <dgm:pt modelId="{485A7C28-EEA4-4B51-A80A-E869E9A46E28}" type="pres">
      <dgm:prSet presAssocID="{331A4A14-EBD7-4496-987E-F5E6BA43B3AD}" presName="spaceRect" presStyleCnt="0"/>
      <dgm:spPr/>
    </dgm:pt>
    <dgm:pt modelId="{C6926284-822A-4644-BD32-3D8A2DC91F07}" type="pres">
      <dgm:prSet presAssocID="{331A4A14-EBD7-4496-987E-F5E6BA43B3A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A4CA8737-A4B8-485D-BC4C-676145EDAC9B}" srcId="{572BC9B6-A849-4ACC-9977-D35104EC5E4B}" destId="{F769B035-42A8-4122-B823-48A8B4C096D0}" srcOrd="0" destOrd="0" parTransId="{DE9FC88B-A56B-4944-989E-CC8D604EEC0C}" sibTransId="{45DB5140-BA98-4399-9F0A-EE3001837F2E}"/>
    <dgm:cxn modelId="{0A18A73D-84FB-44A9-A9D2-704ABD91E3DE}" type="presOf" srcId="{8F3A4165-B720-48D9-A311-F45B064E96BF}" destId="{F658D36D-CB52-451B-A2F8-9520D43E0CBC}" srcOrd="0" destOrd="0" presId="urn:microsoft.com/office/officeart/2018/2/layout/IconVerticalSolidList"/>
    <dgm:cxn modelId="{EC43BA3E-2FDF-44E6-9AC6-D970798B447E}" type="presOf" srcId="{CD8C8FCA-A819-4A9D-9BFD-F1CC37EB7D1A}" destId="{B261DDE3-5FE9-48D8-96B1-0577DCF54574}" srcOrd="0" destOrd="0" presId="urn:microsoft.com/office/officeart/2018/2/layout/IconVerticalSolidList"/>
    <dgm:cxn modelId="{9A8A8E6F-111B-4103-9B13-B1C65BE2E86A}" srcId="{572BC9B6-A849-4ACC-9977-D35104EC5E4B}" destId="{0C339C23-A852-496E-9E81-B7CEE51FC90D}" srcOrd="1" destOrd="0" parTransId="{CD37D856-74BD-444D-8A2D-71B572C645AE}" sibTransId="{5CD3E505-86A7-4CCE-B004-234E1D696450}"/>
    <dgm:cxn modelId="{5924DF6F-7AF7-43CC-8FC9-315C464CA82E}" srcId="{572BC9B6-A849-4ACC-9977-D35104EC5E4B}" destId="{331A4A14-EBD7-4496-987E-F5E6BA43B3AD}" srcOrd="4" destOrd="0" parTransId="{65F0D2C7-3864-4D0F-8070-793607770694}" sibTransId="{659A02D0-2E51-4C8F-866F-84CAC92996CB}"/>
    <dgm:cxn modelId="{7E42FC72-7371-43C4-98B4-EC08E1A9FDB7}" srcId="{572BC9B6-A849-4ACC-9977-D35104EC5E4B}" destId="{CD8C8FCA-A819-4A9D-9BFD-F1CC37EB7D1A}" srcOrd="3" destOrd="0" parTransId="{DE100F08-BBCF-4341-A5C0-70FFEF618F94}" sibTransId="{CDEA142C-2875-48EB-A523-EC015FF68A09}"/>
    <dgm:cxn modelId="{E2BE8453-4FC7-441A-89E5-97DEAB75C9AB}" type="presOf" srcId="{331A4A14-EBD7-4496-987E-F5E6BA43B3AD}" destId="{C6926284-822A-4644-BD32-3D8A2DC91F07}" srcOrd="0" destOrd="0" presId="urn:microsoft.com/office/officeart/2018/2/layout/IconVerticalSolidList"/>
    <dgm:cxn modelId="{3975B957-ACE5-4CDC-9EC9-D099261C521A}" srcId="{572BC9B6-A849-4ACC-9977-D35104EC5E4B}" destId="{8F3A4165-B720-48D9-A311-F45B064E96BF}" srcOrd="2" destOrd="0" parTransId="{35B07CB7-6BD0-45D9-8FAA-2C4A2F04D324}" sibTransId="{2D49C720-83D1-4326-A158-E2B6122EA8BA}"/>
    <dgm:cxn modelId="{7A4B2588-6F01-4CB1-B11C-4E0682DDE825}" type="presOf" srcId="{0C339C23-A852-496E-9E81-B7CEE51FC90D}" destId="{BDBC78CE-0033-4286-8751-48DFBBD536D1}" srcOrd="0" destOrd="0" presId="urn:microsoft.com/office/officeart/2018/2/layout/IconVerticalSolidList"/>
    <dgm:cxn modelId="{16F656BE-F229-4B2B-B8E3-F5EAF1A7773A}" type="presOf" srcId="{572BC9B6-A849-4ACC-9977-D35104EC5E4B}" destId="{32400188-73C0-4E5B-ACD7-92328CDF9753}" srcOrd="0" destOrd="0" presId="urn:microsoft.com/office/officeart/2018/2/layout/IconVerticalSolidList"/>
    <dgm:cxn modelId="{5B8C41F3-61E4-4DB1-ACAD-350EB9B45B01}" type="presOf" srcId="{F769B035-42A8-4122-B823-48A8B4C096D0}" destId="{D58C4A76-3434-4B59-896F-006E9D423344}" srcOrd="0" destOrd="0" presId="urn:microsoft.com/office/officeart/2018/2/layout/IconVerticalSolidList"/>
    <dgm:cxn modelId="{94D9F3D5-F38E-4CD3-9DB1-004312A8BB04}" type="presParOf" srcId="{32400188-73C0-4E5B-ACD7-92328CDF9753}" destId="{81EDBEAC-6906-4C29-B6EB-31B30C44FB44}" srcOrd="0" destOrd="0" presId="urn:microsoft.com/office/officeart/2018/2/layout/IconVerticalSolidList"/>
    <dgm:cxn modelId="{54EF66DF-D58F-482E-8CAB-D9B4E02BF21F}" type="presParOf" srcId="{81EDBEAC-6906-4C29-B6EB-31B30C44FB44}" destId="{DFF5441C-755E-4F96-8AAD-61E475C071C3}" srcOrd="0" destOrd="0" presId="urn:microsoft.com/office/officeart/2018/2/layout/IconVerticalSolidList"/>
    <dgm:cxn modelId="{3838F4A4-D0CE-4338-A658-233976ACD2D8}" type="presParOf" srcId="{81EDBEAC-6906-4C29-B6EB-31B30C44FB44}" destId="{E075A62C-14A9-4BE5-AF33-E616727C332F}" srcOrd="1" destOrd="0" presId="urn:microsoft.com/office/officeart/2018/2/layout/IconVerticalSolidList"/>
    <dgm:cxn modelId="{444522D2-0A5A-4E0B-A8D5-0CA29AC85197}" type="presParOf" srcId="{81EDBEAC-6906-4C29-B6EB-31B30C44FB44}" destId="{DAFC8592-39B6-4D82-B8D0-77D80B9A9DB4}" srcOrd="2" destOrd="0" presId="urn:microsoft.com/office/officeart/2018/2/layout/IconVerticalSolidList"/>
    <dgm:cxn modelId="{EC07FEC9-C592-45D0-B17A-80B4394ACB75}" type="presParOf" srcId="{81EDBEAC-6906-4C29-B6EB-31B30C44FB44}" destId="{D58C4A76-3434-4B59-896F-006E9D423344}" srcOrd="3" destOrd="0" presId="urn:microsoft.com/office/officeart/2018/2/layout/IconVerticalSolidList"/>
    <dgm:cxn modelId="{EC1F6926-55A6-4AC5-882D-C95519F6C738}" type="presParOf" srcId="{32400188-73C0-4E5B-ACD7-92328CDF9753}" destId="{CE87CAA7-70DC-42CA-9078-3F4C527F9277}" srcOrd="1" destOrd="0" presId="urn:microsoft.com/office/officeart/2018/2/layout/IconVerticalSolidList"/>
    <dgm:cxn modelId="{35687313-D623-4869-BD64-1D5575E09912}" type="presParOf" srcId="{32400188-73C0-4E5B-ACD7-92328CDF9753}" destId="{51C56F50-45C6-41C9-9BD8-9F052030A0C1}" srcOrd="2" destOrd="0" presId="urn:microsoft.com/office/officeart/2018/2/layout/IconVerticalSolidList"/>
    <dgm:cxn modelId="{A05DFB71-A0F0-44B3-BBD9-2D9334B6AEC9}" type="presParOf" srcId="{51C56F50-45C6-41C9-9BD8-9F052030A0C1}" destId="{D9B04F4E-630C-4B11-ACEF-3855313529CC}" srcOrd="0" destOrd="0" presId="urn:microsoft.com/office/officeart/2018/2/layout/IconVerticalSolidList"/>
    <dgm:cxn modelId="{A0396443-18A5-4FA3-86BE-0F16F3A9C319}" type="presParOf" srcId="{51C56F50-45C6-41C9-9BD8-9F052030A0C1}" destId="{B8FC7AA8-D6FC-4B11-89D3-D7BE81DF7B04}" srcOrd="1" destOrd="0" presId="urn:microsoft.com/office/officeart/2018/2/layout/IconVerticalSolidList"/>
    <dgm:cxn modelId="{9810C566-3210-490E-A0AF-0E9E9B61AF5E}" type="presParOf" srcId="{51C56F50-45C6-41C9-9BD8-9F052030A0C1}" destId="{C6561916-13FC-4202-804A-D5B6FB74FC21}" srcOrd="2" destOrd="0" presId="urn:microsoft.com/office/officeart/2018/2/layout/IconVerticalSolidList"/>
    <dgm:cxn modelId="{195AFA8F-295E-4F79-A451-BEECE8AC3275}" type="presParOf" srcId="{51C56F50-45C6-41C9-9BD8-9F052030A0C1}" destId="{BDBC78CE-0033-4286-8751-48DFBBD536D1}" srcOrd="3" destOrd="0" presId="urn:microsoft.com/office/officeart/2018/2/layout/IconVerticalSolidList"/>
    <dgm:cxn modelId="{69E12962-BE16-405D-970B-EDDECDD8892C}" type="presParOf" srcId="{32400188-73C0-4E5B-ACD7-92328CDF9753}" destId="{F4D3243B-9CD6-4D5D-A2F6-1630A85F631D}" srcOrd="3" destOrd="0" presId="urn:microsoft.com/office/officeart/2018/2/layout/IconVerticalSolidList"/>
    <dgm:cxn modelId="{404CF0A9-FF5C-4E77-8132-0219B89F9414}" type="presParOf" srcId="{32400188-73C0-4E5B-ACD7-92328CDF9753}" destId="{A1A7421D-839E-4D88-8633-12285BDD51AF}" srcOrd="4" destOrd="0" presId="urn:microsoft.com/office/officeart/2018/2/layout/IconVerticalSolidList"/>
    <dgm:cxn modelId="{7E440F10-E4BC-409E-8E87-D53525B9CDFB}" type="presParOf" srcId="{A1A7421D-839E-4D88-8633-12285BDD51AF}" destId="{47E7479E-A1BD-4EF9-9417-AB3780FB7F7E}" srcOrd="0" destOrd="0" presId="urn:microsoft.com/office/officeart/2018/2/layout/IconVerticalSolidList"/>
    <dgm:cxn modelId="{6B20DBD4-BFB9-4FF1-834C-2DDDE5C42AE7}" type="presParOf" srcId="{A1A7421D-839E-4D88-8633-12285BDD51AF}" destId="{E0919D06-DFD0-4079-ABE3-5EEE61191CBA}" srcOrd="1" destOrd="0" presId="urn:microsoft.com/office/officeart/2018/2/layout/IconVerticalSolidList"/>
    <dgm:cxn modelId="{92ABB905-A2DB-461C-885A-E404E72C1F33}" type="presParOf" srcId="{A1A7421D-839E-4D88-8633-12285BDD51AF}" destId="{2354D523-CF21-4395-95E9-FCB72BD65A1B}" srcOrd="2" destOrd="0" presId="urn:microsoft.com/office/officeart/2018/2/layout/IconVerticalSolidList"/>
    <dgm:cxn modelId="{932D1268-54C1-4F5D-80BE-6DE08BF39342}" type="presParOf" srcId="{A1A7421D-839E-4D88-8633-12285BDD51AF}" destId="{F658D36D-CB52-451B-A2F8-9520D43E0CBC}" srcOrd="3" destOrd="0" presId="urn:microsoft.com/office/officeart/2018/2/layout/IconVerticalSolidList"/>
    <dgm:cxn modelId="{450CAE91-EC79-4077-9306-57C126014AEB}" type="presParOf" srcId="{32400188-73C0-4E5B-ACD7-92328CDF9753}" destId="{3F34F2F9-C5BA-449B-97E0-70293DAF682E}" srcOrd="5" destOrd="0" presId="urn:microsoft.com/office/officeart/2018/2/layout/IconVerticalSolidList"/>
    <dgm:cxn modelId="{06CB3600-50D1-4145-AF5F-DA4DF5A8765E}" type="presParOf" srcId="{32400188-73C0-4E5B-ACD7-92328CDF9753}" destId="{4B97033C-25DB-47B3-9C68-3ED19AAC0044}" srcOrd="6" destOrd="0" presId="urn:microsoft.com/office/officeart/2018/2/layout/IconVerticalSolidList"/>
    <dgm:cxn modelId="{32B5C2DF-0260-4F01-A006-992E90D38DD7}" type="presParOf" srcId="{4B97033C-25DB-47B3-9C68-3ED19AAC0044}" destId="{C517328F-0F5E-4367-857C-CE13F650EDBF}" srcOrd="0" destOrd="0" presId="urn:microsoft.com/office/officeart/2018/2/layout/IconVerticalSolidList"/>
    <dgm:cxn modelId="{78E5D6F7-BDFC-4FD8-9352-EEB754FEFD5C}" type="presParOf" srcId="{4B97033C-25DB-47B3-9C68-3ED19AAC0044}" destId="{C37DBB59-CE57-4956-BAEC-0535B7806F39}" srcOrd="1" destOrd="0" presId="urn:microsoft.com/office/officeart/2018/2/layout/IconVerticalSolidList"/>
    <dgm:cxn modelId="{11A0C651-2222-44E2-BDD9-B78DF51DE176}" type="presParOf" srcId="{4B97033C-25DB-47B3-9C68-3ED19AAC0044}" destId="{D825CB19-E4CA-4C07-8A7F-D85102BA6B7E}" srcOrd="2" destOrd="0" presId="urn:microsoft.com/office/officeart/2018/2/layout/IconVerticalSolidList"/>
    <dgm:cxn modelId="{89BE865E-AD98-44C5-BE7A-C9A63DCECF90}" type="presParOf" srcId="{4B97033C-25DB-47B3-9C68-3ED19AAC0044}" destId="{B261DDE3-5FE9-48D8-96B1-0577DCF54574}" srcOrd="3" destOrd="0" presId="urn:microsoft.com/office/officeart/2018/2/layout/IconVerticalSolidList"/>
    <dgm:cxn modelId="{399072C9-2729-4EA1-BBB0-984B836D46CA}" type="presParOf" srcId="{32400188-73C0-4E5B-ACD7-92328CDF9753}" destId="{8059DE69-1ECA-49D5-880C-3363C2110DCC}" srcOrd="7" destOrd="0" presId="urn:microsoft.com/office/officeart/2018/2/layout/IconVerticalSolidList"/>
    <dgm:cxn modelId="{7C9D4E0B-F194-4356-8255-F74059E177D4}" type="presParOf" srcId="{32400188-73C0-4E5B-ACD7-92328CDF9753}" destId="{CC6364D6-C5FC-4806-B541-0732C4337008}" srcOrd="8" destOrd="0" presId="urn:microsoft.com/office/officeart/2018/2/layout/IconVerticalSolidList"/>
    <dgm:cxn modelId="{5089AE2D-C5E7-401A-AE57-297F6127314E}" type="presParOf" srcId="{CC6364D6-C5FC-4806-B541-0732C4337008}" destId="{FDB15083-5CAB-40BE-8C3B-BE4C8CA8CF41}" srcOrd="0" destOrd="0" presId="urn:microsoft.com/office/officeart/2018/2/layout/IconVerticalSolidList"/>
    <dgm:cxn modelId="{7F6A54BB-9194-455C-B115-5B668AB9DEBD}" type="presParOf" srcId="{CC6364D6-C5FC-4806-B541-0732C4337008}" destId="{5FCE57E8-ACE9-42B4-A23E-401381BD6742}" srcOrd="1" destOrd="0" presId="urn:microsoft.com/office/officeart/2018/2/layout/IconVerticalSolidList"/>
    <dgm:cxn modelId="{89A75691-4242-48A5-B41B-2DDE9EEC1DD3}" type="presParOf" srcId="{CC6364D6-C5FC-4806-B541-0732C4337008}" destId="{485A7C28-EEA4-4B51-A80A-E869E9A46E28}" srcOrd="2" destOrd="0" presId="urn:microsoft.com/office/officeart/2018/2/layout/IconVerticalSolidList"/>
    <dgm:cxn modelId="{B55E45B4-1FC6-44CC-ABCA-A672201B0947}" type="presParOf" srcId="{CC6364D6-C5FC-4806-B541-0732C4337008}" destId="{C6926284-822A-4644-BD32-3D8A2DC91F0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897C056-8CB9-409D-8D39-F5878AEA165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0366BB4B-45D7-4496-AA80-B6811D50530A}">
      <dgm:prSet/>
      <dgm:spPr/>
      <dgm:t>
        <a:bodyPr/>
        <a:lstStyle/>
        <a:p>
          <a:r>
            <a:rPr lang="en-US"/>
            <a:t>Per-junction Phi-4-mini agents (Microsoft Foundry Local) coordinate signals in SUMO on a real Lambeth corridor.</a:t>
          </a:r>
        </a:p>
      </dgm:t>
    </dgm:pt>
    <dgm:pt modelId="{5B921713-3EEA-4C65-89D6-FD1B8866B8FD}" type="parTrans" cxnId="{1AAA0A99-C1EA-42CD-A50B-56AF88CF7919}">
      <dgm:prSet/>
      <dgm:spPr/>
      <dgm:t>
        <a:bodyPr/>
        <a:lstStyle/>
        <a:p>
          <a:endParaRPr lang="en-US"/>
        </a:p>
      </dgm:t>
    </dgm:pt>
    <dgm:pt modelId="{2330E9D1-5157-4C14-A0CB-F0525C4B794E}" type="sibTrans" cxnId="{1AAA0A99-C1EA-42CD-A50B-56AF88CF7919}">
      <dgm:prSet/>
      <dgm:spPr/>
      <dgm:t>
        <a:bodyPr/>
        <a:lstStyle/>
        <a:p>
          <a:endParaRPr lang="en-US"/>
        </a:p>
      </dgm:t>
    </dgm:pt>
    <dgm:pt modelId="{66988455-EA35-48FD-B5F5-DB25D987F1A5}">
      <dgm:prSet/>
      <dgm:spPr/>
      <dgm:t>
        <a:bodyPr/>
        <a:lstStyle/>
        <a:p>
          <a:r>
            <a:rPr lang="en-US"/>
            <a:t>A MaxPressure shield validates or overrides every decision: the model proposes, the shield disposes.</a:t>
          </a:r>
        </a:p>
      </dgm:t>
    </dgm:pt>
    <dgm:pt modelId="{F187561E-472F-4911-A9C6-CD39ACB1CB47}" type="parTrans" cxnId="{4189DCCB-CF08-4DBA-9F4A-D5D67435EFDF}">
      <dgm:prSet/>
      <dgm:spPr/>
      <dgm:t>
        <a:bodyPr/>
        <a:lstStyle/>
        <a:p>
          <a:endParaRPr lang="en-US"/>
        </a:p>
      </dgm:t>
    </dgm:pt>
    <dgm:pt modelId="{6942175A-0CB4-4A8C-8993-5D8C7C17BF99}" type="sibTrans" cxnId="{4189DCCB-CF08-4DBA-9F4A-D5D67435EFDF}">
      <dgm:prSet/>
      <dgm:spPr/>
      <dgm:t>
        <a:bodyPr/>
        <a:lstStyle/>
        <a:p>
          <a:endParaRPr lang="en-US"/>
        </a:p>
      </dgm:t>
    </dgm:pt>
    <dgm:pt modelId="{787E1BF4-330B-422D-A8F8-D14FD7CD6FB0}">
      <dgm:prSet/>
      <dgm:spPr/>
      <dgm:t>
        <a:bodyPr/>
        <a:lstStyle/>
        <a:p>
          <a:r>
            <a:rPr lang="en-US"/>
            <a:t>Signed messages plus a permissioned Hyperledger Besu registry verify the sender and revoke compromised junctions.</a:t>
          </a:r>
        </a:p>
      </dgm:t>
    </dgm:pt>
    <dgm:pt modelId="{E2F7064A-FF32-4F6D-8565-A1C32ACB168D}" type="parTrans" cxnId="{E474E87E-BFB3-4182-A65C-47748E01139B}">
      <dgm:prSet/>
      <dgm:spPr/>
      <dgm:t>
        <a:bodyPr/>
        <a:lstStyle/>
        <a:p>
          <a:endParaRPr lang="en-US"/>
        </a:p>
      </dgm:t>
    </dgm:pt>
    <dgm:pt modelId="{84BE2E7D-47E8-48E5-91DA-64689F882524}" type="sibTrans" cxnId="{E474E87E-BFB3-4182-A65C-47748E01139B}">
      <dgm:prSet/>
      <dgm:spPr/>
      <dgm:t>
        <a:bodyPr/>
        <a:lstStyle/>
        <a:p>
          <a:endParaRPr lang="en-US"/>
        </a:p>
      </dgm:t>
    </dgm:pt>
    <dgm:pt modelId="{BD3C61F3-2B6A-4F0B-AF6A-116CE1DFAD1D}">
      <dgm:prSet/>
      <dgm:spPr/>
      <dgm:t>
        <a:bodyPr/>
        <a:lstStyle/>
        <a:p>
          <a:r>
            <a:rPr lang="en-US"/>
            <a:t>A vehicle-conservation check flags physically impossible reports; every decision is logged tamper-evidently.</a:t>
          </a:r>
        </a:p>
      </dgm:t>
    </dgm:pt>
    <dgm:pt modelId="{BBB5D6F7-A464-4D35-B72B-BE182FB722BD}" type="parTrans" cxnId="{FF4E231E-2D55-495B-9CB1-2989943A3EAA}">
      <dgm:prSet/>
      <dgm:spPr/>
      <dgm:t>
        <a:bodyPr/>
        <a:lstStyle/>
        <a:p>
          <a:endParaRPr lang="en-US"/>
        </a:p>
      </dgm:t>
    </dgm:pt>
    <dgm:pt modelId="{E05F6D07-C91E-477F-BE06-DF31A7AD862A}" type="sibTrans" cxnId="{FF4E231E-2D55-495B-9CB1-2989943A3EAA}">
      <dgm:prSet/>
      <dgm:spPr/>
      <dgm:t>
        <a:bodyPr/>
        <a:lstStyle/>
        <a:p>
          <a:endParaRPr lang="en-US"/>
        </a:p>
      </dgm:t>
    </dgm:pt>
    <dgm:pt modelId="{E2CD2F0D-3836-49BD-9F74-21EC7BA4A1AF}">
      <dgm:prSet/>
      <dgm:spPr/>
      <dgm:t>
        <a:bodyPr/>
        <a:lstStyle/>
        <a:p>
          <a:r>
            <a:rPr lang="en-US"/>
            <a:t>The model outputs only a phase number, not reasoning, because chain-of-thought is an unfaithful explanation.</a:t>
          </a:r>
        </a:p>
      </dgm:t>
    </dgm:pt>
    <dgm:pt modelId="{9228ACA5-DFDC-4DFE-88A3-67B9E98FC6AD}" type="parTrans" cxnId="{1EB706AF-64E1-4B87-8842-FDE8A941A4E3}">
      <dgm:prSet/>
      <dgm:spPr/>
      <dgm:t>
        <a:bodyPr/>
        <a:lstStyle/>
        <a:p>
          <a:endParaRPr lang="en-US"/>
        </a:p>
      </dgm:t>
    </dgm:pt>
    <dgm:pt modelId="{13AE7EB1-CF21-4F42-BC11-17087FBBC7F2}" type="sibTrans" cxnId="{1EB706AF-64E1-4B87-8842-FDE8A941A4E3}">
      <dgm:prSet/>
      <dgm:spPr/>
      <dgm:t>
        <a:bodyPr/>
        <a:lstStyle/>
        <a:p>
          <a:endParaRPr lang="en-US"/>
        </a:p>
      </dgm:t>
    </dgm:pt>
    <dgm:pt modelId="{3F2B9BBD-6915-4A7F-AD03-6A41CB1CB7E6}" type="pres">
      <dgm:prSet presAssocID="{1897C056-8CB9-409D-8D39-F5878AEA1655}" presName="root" presStyleCnt="0">
        <dgm:presLayoutVars>
          <dgm:dir/>
          <dgm:resizeHandles val="exact"/>
        </dgm:presLayoutVars>
      </dgm:prSet>
      <dgm:spPr/>
    </dgm:pt>
    <dgm:pt modelId="{8483B0BF-9182-4827-8534-7112772A511C}" type="pres">
      <dgm:prSet presAssocID="{0366BB4B-45D7-4496-AA80-B6811D50530A}" presName="compNode" presStyleCnt="0"/>
      <dgm:spPr/>
    </dgm:pt>
    <dgm:pt modelId="{85FA42AE-80CE-4308-B78C-8A8E3DC73F9D}" type="pres">
      <dgm:prSet presAssocID="{0366BB4B-45D7-4496-AA80-B6811D50530A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eep"/>
        </a:ext>
      </dgm:extLst>
    </dgm:pt>
    <dgm:pt modelId="{9C8E0F9F-5602-49E8-83DF-D279E3006F06}" type="pres">
      <dgm:prSet presAssocID="{0366BB4B-45D7-4496-AA80-B6811D50530A}" presName="spaceRect" presStyleCnt="0"/>
      <dgm:spPr/>
    </dgm:pt>
    <dgm:pt modelId="{FAC1ADEE-EE2F-4987-AEE5-EFEB3D516078}" type="pres">
      <dgm:prSet presAssocID="{0366BB4B-45D7-4496-AA80-B6811D50530A}" presName="textRect" presStyleLbl="revTx" presStyleIdx="0" presStyleCnt="5">
        <dgm:presLayoutVars>
          <dgm:chMax val="1"/>
          <dgm:chPref val="1"/>
        </dgm:presLayoutVars>
      </dgm:prSet>
      <dgm:spPr/>
    </dgm:pt>
    <dgm:pt modelId="{92F8AA30-837D-4DC8-BD1C-36CBABE0267F}" type="pres">
      <dgm:prSet presAssocID="{2330E9D1-5157-4C14-A0CB-F0525C4B794E}" presName="sibTrans" presStyleCnt="0"/>
      <dgm:spPr/>
    </dgm:pt>
    <dgm:pt modelId="{362F789C-5B8B-4634-BC7A-E4A3B8CEE09B}" type="pres">
      <dgm:prSet presAssocID="{66988455-EA35-48FD-B5F5-DB25D987F1A5}" presName="compNode" presStyleCnt="0"/>
      <dgm:spPr/>
    </dgm:pt>
    <dgm:pt modelId="{D3A2983B-7F8A-4D8E-99CC-68B858598FEE}" type="pres">
      <dgm:prSet presAssocID="{66988455-EA35-48FD-B5F5-DB25D987F1A5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tract"/>
        </a:ext>
      </dgm:extLst>
    </dgm:pt>
    <dgm:pt modelId="{73ECD5F3-36FB-43F3-AC1B-746E744280D3}" type="pres">
      <dgm:prSet presAssocID="{66988455-EA35-48FD-B5F5-DB25D987F1A5}" presName="spaceRect" presStyleCnt="0"/>
      <dgm:spPr/>
    </dgm:pt>
    <dgm:pt modelId="{9CBA8937-E8C9-4D84-9AEE-EFD498DE49C5}" type="pres">
      <dgm:prSet presAssocID="{66988455-EA35-48FD-B5F5-DB25D987F1A5}" presName="textRect" presStyleLbl="revTx" presStyleIdx="1" presStyleCnt="5">
        <dgm:presLayoutVars>
          <dgm:chMax val="1"/>
          <dgm:chPref val="1"/>
        </dgm:presLayoutVars>
      </dgm:prSet>
      <dgm:spPr/>
    </dgm:pt>
    <dgm:pt modelId="{FCE1D3F3-8F46-4590-9AB3-265AD15D2FC9}" type="pres">
      <dgm:prSet presAssocID="{6942175A-0CB4-4A8C-8993-5D8C7C17BF99}" presName="sibTrans" presStyleCnt="0"/>
      <dgm:spPr/>
    </dgm:pt>
    <dgm:pt modelId="{827C8B66-6BC3-45D8-8B17-A501509CA885}" type="pres">
      <dgm:prSet presAssocID="{787E1BF4-330B-422D-A8F8-D14FD7CD6FB0}" presName="compNode" presStyleCnt="0"/>
      <dgm:spPr/>
    </dgm:pt>
    <dgm:pt modelId="{FCBA7777-EB0C-48B8-ABD6-ACEDDFB9BAE8}" type="pres">
      <dgm:prSet presAssocID="{787E1BF4-330B-422D-A8F8-D14FD7CD6FB0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C0578EDD-1CEF-4857-BF33-46404801EF1F}" type="pres">
      <dgm:prSet presAssocID="{787E1BF4-330B-422D-A8F8-D14FD7CD6FB0}" presName="spaceRect" presStyleCnt="0"/>
      <dgm:spPr/>
    </dgm:pt>
    <dgm:pt modelId="{4730A01F-D9AC-40F0-A467-BC3D55A62B65}" type="pres">
      <dgm:prSet presAssocID="{787E1BF4-330B-422D-A8F8-D14FD7CD6FB0}" presName="textRect" presStyleLbl="revTx" presStyleIdx="2" presStyleCnt="5">
        <dgm:presLayoutVars>
          <dgm:chMax val="1"/>
          <dgm:chPref val="1"/>
        </dgm:presLayoutVars>
      </dgm:prSet>
      <dgm:spPr/>
    </dgm:pt>
    <dgm:pt modelId="{E1101014-02A4-4DE9-A1E5-960692D46969}" type="pres">
      <dgm:prSet presAssocID="{84BE2E7D-47E8-48E5-91DA-64689F882524}" presName="sibTrans" presStyleCnt="0"/>
      <dgm:spPr/>
    </dgm:pt>
    <dgm:pt modelId="{D7D8FC1C-1461-4773-AB1B-713808415C67}" type="pres">
      <dgm:prSet presAssocID="{BD3C61F3-2B6A-4F0B-AF6A-116CE1DFAD1D}" presName="compNode" presStyleCnt="0"/>
      <dgm:spPr/>
    </dgm:pt>
    <dgm:pt modelId="{E1AA6C69-428E-4F57-8FB5-C0260536D110}" type="pres">
      <dgm:prSet presAssocID="{BD3C61F3-2B6A-4F0B-AF6A-116CE1DFAD1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ag"/>
        </a:ext>
      </dgm:extLst>
    </dgm:pt>
    <dgm:pt modelId="{CF2F4591-84F1-4C62-B74A-723017D0FDDB}" type="pres">
      <dgm:prSet presAssocID="{BD3C61F3-2B6A-4F0B-AF6A-116CE1DFAD1D}" presName="spaceRect" presStyleCnt="0"/>
      <dgm:spPr/>
    </dgm:pt>
    <dgm:pt modelId="{DC995C2B-CF75-4F8E-9A29-2487C616D993}" type="pres">
      <dgm:prSet presAssocID="{BD3C61F3-2B6A-4F0B-AF6A-116CE1DFAD1D}" presName="textRect" presStyleLbl="revTx" presStyleIdx="3" presStyleCnt="5">
        <dgm:presLayoutVars>
          <dgm:chMax val="1"/>
          <dgm:chPref val="1"/>
        </dgm:presLayoutVars>
      </dgm:prSet>
      <dgm:spPr/>
    </dgm:pt>
    <dgm:pt modelId="{E02BB4D6-D55D-49AA-85EA-D2D7C559EF4F}" type="pres">
      <dgm:prSet presAssocID="{E05F6D07-C91E-477F-BE06-DF31A7AD862A}" presName="sibTrans" presStyleCnt="0"/>
      <dgm:spPr/>
    </dgm:pt>
    <dgm:pt modelId="{9F13A877-48D6-48C2-B6F8-90FB6DC2B6BD}" type="pres">
      <dgm:prSet presAssocID="{E2CD2F0D-3836-49BD-9F74-21EC7BA4A1AF}" presName="compNode" presStyleCnt="0"/>
      <dgm:spPr/>
    </dgm:pt>
    <dgm:pt modelId="{4CF0CB1D-EBDE-4F05-86E6-F760B4A2607B}" type="pres">
      <dgm:prSet presAssocID="{E2CD2F0D-3836-49BD-9F74-21EC7BA4A1A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 Bulb and Gear"/>
        </a:ext>
      </dgm:extLst>
    </dgm:pt>
    <dgm:pt modelId="{4CE071EF-E458-4F64-9894-BF0601C8227B}" type="pres">
      <dgm:prSet presAssocID="{E2CD2F0D-3836-49BD-9F74-21EC7BA4A1AF}" presName="spaceRect" presStyleCnt="0"/>
      <dgm:spPr/>
    </dgm:pt>
    <dgm:pt modelId="{9F1235A5-D36B-483A-99BC-6D040CCFD338}" type="pres">
      <dgm:prSet presAssocID="{E2CD2F0D-3836-49BD-9F74-21EC7BA4A1A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9F00661D-E33E-4861-AAF1-3E35F9AEECBA}" type="presOf" srcId="{1897C056-8CB9-409D-8D39-F5878AEA1655}" destId="{3F2B9BBD-6915-4A7F-AD03-6A41CB1CB7E6}" srcOrd="0" destOrd="0" presId="urn:microsoft.com/office/officeart/2018/2/layout/IconLabelList"/>
    <dgm:cxn modelId="{FF4E231E-2D55-495B-9CB1-2989943A3EAA}" srcId="{1897C056-8CB9-409D-8D39-F5878AEA1655}" destId="{BD3C61F3-2B6A-4F0B-AF6A-116CE1DFAD1D}" srcOrd="3" destOrd="0" parTransId="{BBB5D6F7-A464-4D35-B72B-BE182FB722BD}" sibTransId="{E05F6D07-C91E-477F-BE06-DF31A7AD862A}"/>
    <dgm:cxn modelId="{180B0546-7CDF-45F6-B35E-820F6DDC0663}" type="presOf" srcId="{66988455-EA35-48FD-B5F5-DB25D987F1A5}" destId="{9CBA8937-E8C9-4D84-9AEE-EFD498DE49C5}" srcOrd="0" destOrd="0" presId="urn:microsoft.com/office/officeart/2018/2/layout/IconLabelList"/>
    <dgm:cxn modelId="{E474E87E-BFB3-4182-A65C-47748E01139B}" srcId="{1897C056-8CB9-409D-8D39-F5878AEA1655}" destId="{787E1BF4-330B-422D-A8F8-D14FD7CD6FB0}" srcOrd="2" destOrd="0" parTransId="{E2F7064A-FF32-4F6D-8565-A1C32ACB168D}" sibTransId="{84BE2E7D-47E8-48E5-91DA-64689F882524}"/>
    <dgm:cxn modelId="{A84F0294-3D99-48C5-9A25-D28EEAC8864B}" type="presOf" srcId="{787E1BF4-330B-422D-A8F8-D14FD7CD6FB0}" destId="{4730A01F-D9AC-40F0-A467-BC3D55A62B65}" srcOrd="0" destOrd="0" presId="urn:microsoft.com/office/officeart/2018/2/layout/IconLabelList"/>
    <dgm:cxn modelId="{03454997-ADBA-42A1-AA90-E3B4B7200562}" type="presOf" srcId="{E2CD2F0D-3836-49BD-9F74-21EC7BA4A1AF}" destId="{9F1235A5-D36B-483A-99BC-6D040CCFD338}" srcOrd="0" destOrd="0" presId="urn:microsoft.com/office/officeart/2018/2/layout/IconLabelList"/>
    <dgm:cxn modelId="{1AAA0A99-C1EA-42CD-A50B-56AF88CF7919}" srcId="{1897C056-8CB9-409D-8D39-F5878AEA1655}" destId="{0366BB4B-45D7-4496-AA80-B6811D50530A}" srcOrd="0" destOrd="0" parTransId="{5B921713-3EEA-4C65-89D6-FD1B8866B8FD}" sibTransId="{2330E9D1-5157-4C14-A0CB-F0525C4B794E}"/>
    <dgm:cxn modelId="{1EB706AF-64E1-4B87-8842-FDE8A941A4E3}" srcId="{1897C056-8CB9-409D-8D39-F5878AEA1655}" destId="{E2CD2F0D-3836-49BD-9F74-21EC7BA4A1AF}" srcOrd="4" destOrd="0" parTransId="{9228ACA5-DFDC-4DFE-88A3-67B9E98FC6AD}" sibTransId="{13AE7EB1-CF21-4F42-BC11-17087FBBC7F2}"/>
    <dgm:cxn modelId="{7BFA61C3-4807-4FFE-A8C2-E97961AFDAAE}" type="presOf" srcId="{0366BB4B-45D7-4496-AA80-B6811D50530A}" destId="{FAC1ADEE-EE2F-4987-AEE5-EFEB3D516078}" srcOrd="0" destOrd="0" presId="urn:microsoft.com/office/officeart/2018/2/layout/IconLabelList"/>
    <dgm:cxn modelId="{4189DCCB-CF08-4DBA-9F4A-D5D67435EFDF}" srcId="{1897C056-8CB9-409D-8D39-F5878AEA1655}" destId="{66988455-EA35-48FD-B5F5-DB25D987F1A5}" srcOrd="1" destOrd="0" parTransId="{F187561E-472F-4911-A9C6-CD39ACB1CB47}" sibTransId="{6942175A-0CB4-4A8C-8993-5D8C7C17BF99}"/>
    <dgm:cxn modelId="{DFA8BEE3-779F-406D-BE15-A70D3AA75FE5}" type="presOf" srcId="{BD3C61F3-2B6A-4F0B-AF6A-116CE1DFAD1D}" destId="{DC995C2B-CF75-4F8E-9A29-2487C616D993}" srcOrd="0" destOrd="0" presId="urn:microsoft.com/office/officeart/2018/2/layout/IconLabelList"/>
    <dgm:cxn modelId="{738495FE-2B0E-4586-87CF-0F3C8B1D5975}" type="presParOf" srcId="{3F2B9BBD-6915-4A7F-AD03-6A41CB1CB7E6}" destId="{8483B0BF-9182-4827-8534-7112772A511C}" srcOrd="0" destOrd="0" presId="urn:microsoft.com/office/officeart/2018/2/layout/IconLabelList"/>
    <dgm:cxn modelId="{59626572-3DA3-470C-B1E6-BFF7ABF55FCA}" type="presParOf" srcId="{8483B0BF-9182-4827-8534-7112772A511C}" destId="{85FA42AE-80CE-4308-B78C-8A8E3DC73F9D}" srcOrd="0" destOrd="0" presId="urn:microsoft.com/office/officeart/2018/2/layout/IconLabelList"/>
    <dgm:cxn modelId="{9D7F34B4-A9E4-4FB9-8CDF-20F4A3772246}" type="presParOf" srcId="{8483B0BF-9182-4827-8534-7112772A511C}" destId="{9C8E0F9F-5602-49E8-83DF-D279E3006F06}" srcOrd="1" destOrd="0" presId="urn:microsoft.com/office/officeart/2018/2/layout/IconLabelList"/>
    <dgm:cxn modelId="{1E2F2895-83AD-40C5-905F-9F938F65926E}" type="presParOf" srcId="{8483B0BF-9182-4827-8534-7112772A511C}" destId="{FAC1ADEE-EE2F-4987-AEE5-EFEB3D516078}" srcOrd="2" destOrd="0" presId="urn:microsoft.com/office/officeart/2018/2/layout/IconLabelList"/>
    <dgm:cxn modelId="{C47AA477-10B2-456A-A03E-0043FDEE3CA8}" type="presParOf" srcId="{3F2B9BBD-6915-4A7F-AD03-6A41CB1CB7E6}" destId="{92F8AA30-837D-4DC8-BD1C-36CBABE0267F}" srcOrd="1" destOrd="0" presId="urn:microsoft.com/office/officeart/2018/2/layout/IconLabelList"/>
    <dgm:cxn modelId="{9262FCF4-CE33-4308-AB81-E10512A8B86F}" type="presParOf" srcId="{3F2B9BBD-6915-4A7F-AD03-6A41CB1CB7E6}" destId="{362F789C-5B8B-4634-BC7A-E4A3B8CEE09B}" srcOrd="2" destOrd="0" presId="urn:microsoft.com/office/officeart/2018/2/layout/IconLabelList"/>
    <dgm:cxn modelId="{D197BA63-A0E7-4DA1-BBE4-81D1B9DF9A75}" type="presParOf" srcId="{362F789C-5B8B-4634-BC7A-E4A3B8CEE09B}" destId="{D3A2983B-7F8A-4D8E-99CC-68B858598FEE}" srcOrd="0" destOrd="0" presId="urn:microsoft.com/office/officeart/2018/2/layout/IconLabelList"/>
    <dgm:cxn modelId="{0A6ABF8F-C3EA-4699-9C73-7BAD72BCE9D0}" type="presParOf" srcId="{362F789C-5B8B-4634-BC7A-E4A3B8CEE09B}" destId="{73ECD5F3-36FB-43F3-AC1B-746E744280D3}" srcOrd="1" destOrd="0" presId="urn:microsoft.com/office/officeart/2018/2/layout/IconLabelList"/>
    <dgm:cxn modelId="{3076163C-DE64-46F4-B455-95313FCCADEA}" type="presParOf" srcId="{362F789C-5B8B-4634-BC7A-E4A3B8CEE09B}" destId="{9CBA8937-E8C9-4D84-9AEE-EFD498DE49C5}" srcOrd="2" destOrd="0" presId="urn:microsoft.com/office/officeart/2018/2/layout/IconLabelList"/>
    <dgm:cxn modelId="{8EF38D56-1830-42CC-87EB-2D8380E3B8AD}" type="presParOf" srcId="{3F2B9BBD-6915-4A7F-AD03-6A41CB1CB7E6}" destId="{FCE1D3F3-8F46-4590-9AB3-265AD15D2FC9}" srcOrd="3" destOrd="0" presId="urn:microsoft.com/office/officeart/2018/2/layout/IconLabelList"/>
    <dgm:cxn modelId="{2FDFEF8E-5175-4F46-B8A1-E1D0C7F26FE5}" type="presParOf" srcId="{3F2B9BBD-6915-4A7F-AD03-6A41CB1CB7E6}" destId="{827C8B66-6BC3-45D8-8B17-A501509CA885}" srcOrd="4" destOrd="0" presId="urn:microsoft.com/office/officeart/2018/2/layout/IconLabelList"/>
    <dgm:cxn modelId="{E033E4B1-1BCB-40B0-AE67-5615B3AEEA25}" type="presParOf" srcId="{827C8B66-6BC3-45D8-8B17-A501509CA885}" destId="{FCBA7777-EB0C-48B8-ABD6-ACEDDFB9BAE8}" srcOrd="0" destOrd="0" presId="urn:microsoft.com/office/officeart/2018/2/layout/IconLabelList"/>
    <dgm:cxn modelId="{421A2554-BC1A-4D1E-8C03-5BFE3CC1157B}" type="presParOf" srcId="{827C8B66-6BC3-45D8-8B17-A501509CA885}" destId="{C0578EDD-1CEF-4857-BF33-46404801EF1F}" srcOrd="1" destOrd="0" presId="urn:microsoft.com/office/officeart/2018/2/layout/IconLabelList"/>
    <dgm:cxn modelId="{64DC6AED-620B-4130-A391-3AC1016E9E71}" type="presParOf" srcId="{827C8B66-6BC3-45D8-8B17-A501509CA885}" destId="{4730A01F-D9AC-40F0-A467-BC3D55A62B65}" srcOrd="2" destOrd="0" presId="urn:microsoft.com/office/officeart/2018/2/layout/IconLabelList"/>
    <dgm:cxn modelId="{0EB8C271-A92C-4209-8AEB-F18DEB864F5E}" type="presParOf" srcId="{3F2B9BBD-6915-4A7F-AD03-6A41CB1CB7E6}" destId="{E1101014-02A4-4DE9-A1E5-960692D46969}" srcOrd="5" destOrd="0" presId="urn:microsoft.com/office/officeart/2018/2/layout/IconLabelList"/>
    <dgm:cxn modelId="{0FD3DC56-7723-4D01-BA97-D939F8D52780}" type="presParOf" srcId="{3F2B9BBD-6915-4A7F-AD03-6A41CB1CB7E6}" destId="{D7D8FC1C-1461-4773-AB1B-713808415C67}" srcOrd="6" destOrd="0" presId="urn:microsoft.com/office/officeart/2018/2/layout/IconLabelList"/>
    <dgm:cxn modelId="{0F78AAC1-9BFC-4FF1-BBF3-6FAA2B460597}" type="presParOf" srcId="{D7D8FC1C-1461-4773-AB1B-713808415C67}" destId="{E1AA6C69-428E-4F57-8FB5-C0260536D110}" srcOrd="0" destOrd="0" presId="urn:microsoft.com/office/officeart/2018/2/layout/IconLabelList"/>
    <dgm:cxn modelId="{EB7D0C1D-0930-4A56-8A39-38867CEF2A53}" type="presParOf" srcId="{D7D8FC1C-1461-4773-AB1B-713808415C67}" destId="{CF2F4591-84F1-4C62-B74A-723017D0FDDB}" srcOrd="1" destOrd="0" presId="urn:microsoft.com/office/officeart/2018/2/layout/IconLabelList"/>
    <dgm:cxn modelId="{406B6FBC-0B10-48AA-AAB8-6F16391F2459}" type="presParOf" srcId="{D7D8FC1C-1461-4773-AB1B-713808415C67}" destId="{DC995C2B-CF75-4F8E-9A29-2487C616D993}" srcOrd="2" destOrd="0" presId="urn:microsoft.com/office/officeart/2018/2/layout/IconLabelList"/>
    <dgm:cxn modelId="{1FF7D5AD-D520-4AC2-8E77-2A3338374770}" type="presParOf" srcId="{3F2B9BBD-6915-4A7F-AD03-6A41CB1CB7E6}" destId="{E02BB4D6-D55D-49AA-85EA-D2D7C559EF4F}" srcOrd="7" destOrd="0" presId="urn:microsoft.com/office/officeart/2018/2/layout/IconLabelList"/>
    <dgm:cxn modelId="{EA4966AB-4E13-4AA7-9FD7-937DC94702CE}" type="presParOf" srcId="{3F2B9BBD-6915-4A7F-AD03-6A41CB1CB7E6}" destId="{9F13A877-48D6-48C2-B6F8-90FB6DC2B6BD}" srcOrd="8" destOrd="0" presId="urn:microsoft.com/office/officeart/2018/2/layout/IconLabelList"/>
    <dgm:cxn modelId="{4298180E-0D96-484B-B1C4-D6B8CC8D0803}" type="presParOf" srcId="{9F13A877-48D6-48C2-B6F8-90FB6DC2B6BD}" destId="{4CF0CB1D-EBDE-4F05-86E6-F760B4A2607B}" srcOrd="0" destOrd="0" presId="urn:microsoft.com/office/officeart/2018/2/layout/IconLabelList"/>
    <dgm:cxn modelId="{1D7FEF47-0F48-4C43-8112-F85407644BCA}" type="presParOf" srcId="{9F13A877-48D6-48C2-B6F8-90FB6DC2B6BD}" destId="{4CE071EF-E458-4F64-9894-BF0601C8227B}" srcOrd="1" destOrd="0" presId="urn:microsoft.com/office/officeart/2018/2/layout/IconLabelList"/>
    <dgm:cxn modelId="{33ACA368-72FF-4773-9700-F5F0A4EE0A3A}" type="presParOf" srcId="{9F13A877-48D6-48C2-B6F8-90FB6DC2B6BD}" destId="{9F1235A5-D36B-483A-99BC-6D040CCFD33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00B2767-723B-47E6-BC2A-3E52462E3362}" type="doc">
      <dgm:prSet loTypeId="urn:microsoft.com/office/officeart/2008/layout/LinedLis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4468BE9-C1AC-46EF-8275-EC749BD61BE9}">
      <dgm:prSet/>
      <dgm:spPr/>
      <dgm:t>
        <a:bodyPr/>
        <a:lstStyle/>
        <a:p>
          <a:r>
            <a:rPr lang="en-US"/>
            <a:t>Baselines: fixed-time, MaxPressure, and uncoordinated versus coordinated agents.</a:t>
          </a:r>
        </a:p>
      </dgm:t>
    </dgm:pt>
    <dgm:pt modelId="{C64F4064-21B0-42F4-890A-EB167D0B8849}" type="parTrans" cxnId="{BA8F3EA4-AA32-4FF2-B03F-55264FBDCDCA}">
      <dgm:prSet/>
      <dgm:spPr/>
      <dgm:t>
        <a:bodyPr/>
        <a:lstStyle/>
        <a:p>
          <a:endParaRPr lang="en-US"/>
        </a:p>
      </dgm:t>
    </dgm:pt>
    <dgm:pt modelId="{0DF5AB50-3FBC-4848-9776-982377FF85B1}" type="sibTrans" cxnId="{BA8F3EA4-AA32-4FF2-B03F-55264FBDCDCA}">
      <dgm:prSet/>
      <dgm:spPr/>
      <dgm:t>
        <a:bodyPr/>
        <a:lstStyle/>
        <a:p>
          <a:endParaRPr lang="en-US"/>
        </a:p>
      </dgm:t>
    </dgm:pt>
    <dgm:pt modelId="{A98B9AA4-BA86-4D98-8151-AE929F6ECAA8}">
      <dgm:prSet/>
      <dgm:spPr/>
      <dgm:t>
        <a:bodyPr/>
        <a:lstStyle/>
        <a:p>
          <a:r>
            <a:rPr lang="en-US"/>
            <a:t>Metrics: travel time, queue and throughput; detection precision, recall and latency; trust-layer overhead.</a:t>
          </a:r>
        </a:p>
      </dgm:t>
    </dgm:pt>
    <dgm:pt modelId="{A9DEFDA8-D484-4AAD-BFF9-19CE16B04B8F}" type="parTrans" cxnId="{AEF0CCFC-DBCC-4ED2-A6FF-C97A27ECC7F3}">
      <dgm:prSet/>
      <dgm:spPr/>
      <dgm:t>
        <a:bodyPr/>
        <a:lstStyle/>
        <a:p>
          <a:endParaRPr lang="en-US"/>
        </a:p>
      </dgm:t>
    </dgm:pt>
    <dgm:pt modelId="{09500E70-EA4E-4E67-95D2-2E8A48543F77}" type="sibTrans" cxnId="{AEF0CCFC-DBCC-4ED2-A6FF-C97A27ECC7F3}">
      <dgm:prSet/>
      <dgm:spPr/>
      <dgm:t>
        <a:bodyPr/>
        <a:lstStyle/>
        <a:p>
          <a:endParaRPr lang="en-US"/>
        </a:p>
      </dgm:t>
    </dgm:pt>
    <dgm:pt modelId="{B3D8BF78-F083-4851-8EF3-02AFEA6E2CC4}">
      <dgm:prSet/>
      <dgm:spPr/>
      <dgm:t>
        <a:bodyPr/>
        <a:lstStyle/>
        <a:p>
          <a:r>
            <a:rPr lang="en-US"/>
            <a:t>Rigour: pre-registered seeds, bootstrap confidence intervals, multiple-comparison correction.</a:t>
          </a:r>
        </a:p>
      </dgm:t>
    </dgm:pt>
    <dgm:pt modelId="{029AAA3D-0C96-4CE8-843C-8BAB5409FE13}" type="parTrans" cxnId="{4157B921-8F08-413E-BF42-9CFB032B8A15}">
      <dgm:prSet/>
      <dgm:spPr/>
      <dgm:t>
        <a:bodyPr/>
        <a:lstStyle/>
        <a:p>
          <a:endParaRPr lang="en-US"/>
        </a:p>
      </dgm:t>
    </dgm:pt>
    <dgm:pt modelId="{6E1DF2A4-87CB-4F92-8562-4714FC6D230A}" type="sibTrans" cxnId="{4157B921-8F08-413E-BF42-9CFB032B8A15}">
      <dgm:prSet/>
      <dgm:spPr/>
      <dgm:t>
        <a:bodyPr/>
        <a:lstStyle/>
        <a:p>
          <a:endParaRPr lang="en-US"/>
        </a:p>
      </dgm:t>
    </dgm:pt>
    <dgm:pt modelId="{10D0A879-F157-4656-8C54-1F38CF81A1E5}">
      <dgm:prSet/>
      <dgm:spPr/>
      <dgm:t>
        <a:bodyPr/>
        <a:lstStyle/>
        <a:p>
          <a:r>
            <a:rPr lang="en-US"/>
            <a:t>Already working: MaxPressure beats fixed-time, and a live language-model junction ran 90 decisions with zero failures.</a:t>
          </a:r>
        </a:p>
      </dgm:t>
    </dgm:pt>
    <dgm:pt modelId="{95A24FF4-8B21-4734-9157-EC3458AC415F}" type="parTrans" cxnId="{A697FC11-2336-415C-B572-31AF4788F447}">
      <dgm:prSet/>
      <dgm:spPr/>
      <dgm:t>
        <a:bodyPr/>
        <a:lstStyle/>
        <a:p>
          <a:endParaRPr lang="en-US"/>
        </a:p>
      </dgm:t>
    </dgm:pt>
    <dgm:pt modelId="{87B97E17-D9C1-4525-8E9A-1CD98C8BF052}" type="sibTrans" cxnId="{A697FC11-2336-415C-B572-31AF4788F447}">
      <dgm:prSet/>
      <dgm:spPr/>
      <dgm:t>
        <a:bodyPr/>
        <a:lstStyle/>
        <a:p>
          <a:endParaRPr lang="en-US"/>
        </a:p>
      </dgm:t>
    </dgm:pt>
    <dgm:pt modelId="{00968404-F7A9-4733-A043-4B287C66DDB7}">
      <dgm:prSet/>
      <dgm:spPr/>
      <dgm:t>
        <a:bodyPr/>
        <a:lstStyle/>
        <a:p>
          <a:r>
            <a:rPr lang="en-US"/>
            <a:t>All code, scenario and documentation sit in a reproducible public repository.</a:t>
          </a:r>
        </a:p>
      </dgm:t>
    </dgm:pt>
    <dgm:pt modelId="{FCA10217-38AE-44DD-8C38-0BE87B1DD37F}" type="parTrans" cxnId="{A2D838A5-D8ED-4294-9807-899FD89EE64C}">
      <dgm:prSet/>
      <dgm:spPr/>
      <dgm:t>
        <a:bodyPr/>
        <a:lstStyle/>
        <a:p>
          <a:endParaRPr lang="en-US"/>
        </a:p>
      </dgm:t>
    </dgm:pt>
    <dgm:pt modelId="{384EE214-F32B-47B0-9FCE-1BB738B31ACC}" type="sibTrans" cxnId="{A2D838A5-D8ED-4294-9807-899FD89EE64C}">
      <dgm:prSet/>
      <dgm:spPr/>
      <dgm:t>
        <a:bodyPr/>
        <a:lstStyle/>
        <a:p>
          <a:endParaRPr lang="en-US"/>
        </a:p>
      </dgm:t>
    </dgm:pt>
    <dgm:pt modelId="{4CA413F3-6E2E-4CDD-A044-71C4B8B31DE1}" type="pres">
      <dgm:prSet presAssocID="{900B2767-723B-47E6-BC2A-3E52462E3362}" presName="vert0" presStyleCnt="0">
        <dgm:presLayoutVars>
          <dgm:dir/>
          <dgm:animOne val="branch"/>
          <dgm:animLvl val="lvl"/>
        </dgm:presLayoutVars>
      </dgm:prSet>
      <dgm:spPr/>
    </dgm:pt>
    <dgm:pt modelId="{A4917581-AE6D-4061-A0C2-E5D12195B64C}" type="pres">
      <dgm:prSet presAssocID="{F4468BE9-C1AC-46EF-8275-EC749BD61BE9}" presName="thickLine" presStyleLbl="alignNode1" presStyleIdx="0" presStyleCnt="5"/>
      <dgm:spPr/>
    </dgm:pt>
    <dgm:pt modelId="{DAFCCA2B-48A3-400C-B2F9-161A0A7AC2CF}" type="pres">
      <dgm:prSet presAssocID="{F4468BE9-C1AC-46EF-8275-EC749BD61BE9}" presName="horz1" presStyleCnt="0"/>
      <dgm:spPr/>
    </dgm:pt>
    <dgm:pt modelId="{3B5664FE-9582-4857-B895-6BDA64F42857}" type="pres">
      <dgm:prSet presAssocID="{F4468BE9-C1AC-46EF-8275-EC749BD61BE9}" presName="tx1" presStyleLbl="revTx" presStyleIdx="0" presStyleCnt="5"/>
      <dgm:spPr/>
    </dgm:pt>
    <dgm:pt modelId="{D45D765D-BC3E-4B58-AEDA-1617202342A7}" type="pres">
      <dgm:prSet presAssocID="{F4468BE9-C1AC-46EF-8275-EC749BD61BE9}" presName="vert1" presStyleCnt="0"/>
      <dgm:spPr/>
    </dgm:pt>
    <dgm:pt modelId="{205CA66E-9718-46BC-B3B3-4FCF123C5E5D}" type="pres">
      <dgm:prSet presAssocID="{A98B9AA4-BA86-4D98-8151-AE929F6ECAA8}" presName="thickLine" presStyleLbl="alignNode1" presStyleIdx="1" presStyleCnt="5"/>
      <dgm:spPr/>
    </dgm:pt>
    <dgm:pt modelId="{E180127C-73A9-43F6-B55B-B38A98BA9221}" type="pres">
      <dgm:prSet presAssocID="{A98B9AA4-BA86-4D98-8151-AE929F6ECAA8}" presName="horz1" presStyleCnt="0"/>
      <dgm:spPr/>
    </dgm:pt>
    <dgm:pt modelId="{D2EA0878-29F6-496B-96E5-D1743820E862}" type="pres">
      <dgm:prSet presAssocID="{A98B9AA4-BA86-4D98-8151-AE929F6ECAA8}" presName="tx1" presStyleLbl="revTx" presStyleIdx="1" presStyleCnt="5"/>
      <dgm:spPr/>
    </dgm:pt>
    <dgm:pt modelId="{DAA47429-8BB3-4736-B005-782285951DC5}" type="pres">
      <dgm:prSet presAssocID="{A98B9AA4-BA86-4D98-8151-AE929F6ECAA8}" presName="vert1" presStyleCnt="0"/>
      <dgm:spPr/>
    </dgm:pt>
    <dgm:pt modelId="{651E8F49-A641-4D12-8552-46D589C41A6E}" type="pres">
      <dgm:prSet presAssocID="{B3D8BF78-F083-4851-8EF3-02AFEA6E2CC4}" presName="thickLine" presStyleLbl="alignNode1" presStyleIdx="2" presStyleCnt="5"/>
      <dgm:spPr/>
    </dgm:pt>
    <dgm:pt modelId="{6BD22402-0596-4E99-9FB7-D83D67B467EE}" type="pres">
      <dgm:prSet presAssocID="{B3D8BF78-F083-4851-8EF3-02AFEA6E2CC4}" presName="horz1" presStyleCnt="0"/>
      <dgm:spPr/>
    </dgm:pt>
    <dgm:pt modelId="{A59E9700-9977-48F7-9896-4173829C2018}" type="pres">
      <dgm:prSet presAssocID="{B3D8BF78-F083-4851-8EF3-02AFEA6E2CC4}" presName="tx1" presStyleLbl="revTx" presStyleIdx="2" presStyleCnt="5"/>
      <dgm:spPr/>
    </dgm:pt>
    <dgm:pt modelId="{0CDF5FE3-9166-4D98-AE67-9C1885DE8E0D}" type="pres">
      <dgm:prSet presAssocID="{B3D8BF78-F083-4851-8EF3-02AFEA6E2CC4}" presName="vert1" presStyleCnt="0"/>
      <dgm:spPr/>
    </dgm:pt>
    <dgm:pt modelId="{9F94BA52-EAEF-42D1-A9F6-2BAAA88D0F5C}" type="pres">
      <dgm:prSet presAssocID="{10D0A879-F157-4656-8C54-1F38CF81A1E5}" presName="thickLine" presStyleLbl="alignNode1" presStyleIdx="3" presStyleCnt="5"/>
      <dgm:spPr/>
    </dgm:pt>
    <dgm:pt modelId="{C8002DDE-AEDF-4A27-9BB1-3B735FE4B01C}" type="pres">
      <dgm:prSet presAssocID="{10D0A879-F157-4656-8C54-1F38CF81A1E5}" presName="horz1" presStyleCnt="0"/>
      <dgm:spPr/>
    </dgm:pt>
    <dgm:pt modelId="{112A2969-F1E4-4BE8-BB42-012DB0DF7843}" type="pres">
      <dgm:prSet presAssocID="{10D0A879-F157-4656-8C54-1F38CF81A1E5}" presName="tx1" presStyleLbl="revTx" presStyleIdx="3" presStyleCnt="5"/>
      <dgm:spPr/>
    </dgm:pt>
    <dgm:pt modelId="{37864038-D917-487E-823B-9FDF20E21A93}" type="pres">
      <dgm:prSet presAssocID="{10D0A879-F157-4656-8C54-1F38CF81A1E5}" presName="vert1" presStyleCnt="0"/>
      <dgm:spPr/>
    </dgm:pt>
    <dgm:pt modelId="{739A6B1F-CB93-4099-8BED-EAA0FD9720E7}" type="pres">
      <dgm:prSet presAssocID="{00968404-F7A9-4733-A043-4B287C66DDB7}" presName="thickLine" presStyleLbl="alignNode1" presStyleIdx="4" presStyleCnt="5"/>
      <dgm:spPr/>
    </dgm:pt>
    <dgm:pt modelId="{DE3B4E27-6CAE-4EDE-A358-30B881709590}" type="pres">
      <dgm:prSet presAssocID="{00968404-F7A9-4733-A043-4B287C66DDB7}" presName="horz1" presStyleCnt="0"/>
      <dgm:spPr/>
    </dgm:pt>
    <dgm:pt modelId="{AFD5D36B-DC15-4284-BA82-99080F4B2744}" type="pres">
      <dgm:prSet presAssocID="{00968404-F7A9-4733-A043-4B287C66DDB7}" presName="tx1" presStyleLbl="revTx" presStyleIdx="4" presStyleCnt="5"/>
      <dgm:spPr/>
    </dgm:pt>
    <dgm:pt modelId="{59F69791-5A7C-4480-AA56-65731CDBB0CE}" type="pres">
      <dgm:prSet presAssocID="{00968404-F7A9-4733-A043-4B287C66DDB7}" presName="vert1" presStyleCnt="0"/>
      <dgm:spPr/>
    </dgm:pt>
  </dgm:ptLst>
  <dgm:cxnLst>
    <dgm:cxn modelId="{A697FC11-2336-415C-B572-31AF4788F447}" srcId="{900B2767-723B-47E6-BC2A-3E52462E3362}" destId="{10D0A879-F157-4656-8C54-1F38CF81A1E5}" srcOrd="3" destOrd="0" parTransId="{95A24FF4-8B21-4734-9157-EC3458AC415F}" sibTransId="{87B97E17-D9C1-4525-8E9A-1CD98C8BF052}"/>
    <dgm:cxn modelId="{44342220-6C45-4A7D-9171-1AE66548656A}" type="presOf" srcId="{10D0A879-F157-4656-8C54-1F38CF81A1E5}" destId="{112A2969-F1E4-4BE8-BB42-012DB0DF7843}" srcOrd="0" destOrd="0" presId="urn:microsoft.com/office/officeart/2008/layout/LinedList"/>
    <dgm:cxn modelId="{4157B921-8F08-413E-BF42-9CFB032B8A15}" srcId="{900B2767-723B-47E6-BC2A-3E52462E3362}" destId="{B3D8BF78-F083-4851-8EF3-02AFEA6E2CC4}" srcOrd="2" destOrd="0" parTransId="{029AAA3D-0C96-4CE8-843C-8BAB5409FE13}" sibTransId="{6E1DF2A4-87CB-4F92-8562-4714FC6D230A}"/>
    <dgm:cxn modelId="{F956AB3F-BCCE-4BA6-BEF1-9B3276732652}" type="presOf" srcId="{F4468BE9-C1AC-46EF-8275-EC749BD61BE9}" destId="{3B5664FE-9582-4857-B895-6BDA64F42857}" srcOrd="0" destOrd="0" presId="urn:microsoft.com/office/officeart/2008/layout/LinedList"/>
    <dgm:cxn modelId="{BA545993-EB0D-4431-9096-9BFED2B12886}" type="presOf" srcId="{B3D8BF78-F083-4851-8EF3-02AFEA6E2CC4}" destId="{A59E9700-9977-48F7-9896-4173829C2018}" srcOrd="0" destOrd="0" presId="urn:microsoft.com/office/officeart/2008/layout/LinedList"/>
    <dgm:cxn modelId="{F66D8D9F-BC71-4D3B-BA0D-D15D3CAF7ED8}" type="presOf" srcId="{900B2767-723B-47E6-BC2A-3E52462E3362}" destId="{4CA413F3-6E2E-4CDD-A044-71C4B8B31DE1}" srcOrd="0" destOrd="0" presId="urn:microsoft.com/office/officeart/2008/layout/LinedList"/>
    <dgm:cxn modelId="{BA8F3EA4-AA32-4FF2-B03F-55264FBDCDCA}" srcId="{900B2767-723B-47E6-BC2A-3E52462E3362}" destId="{F4468BE9-C1AC-46EF-8275-EC749BD61BE9}" srcOrd="0" destOrd="0" parTransId="{C64F4064-21B0-42F4-890A-EB167D0B8849}" sibTransId="{0DF5AB50-3FBC-4848-9776-982377FF85B1}"/>
    <dgm:cxn modelId="{A2D838A5-D8ED-4294-9807-899FD89EE64C}" srcId="{900B2767-723B-47E6-BC2A-3E52462E3362}" destId="{00968404-F7A9-4733-A043-4B287C66DDB7}" srcOrd="4" destOrd="0" parTransId="{FCA10217-38AE-44DD-8C38-0BE87B1DD37F}" sibTransId="{384EE214-F32B-47B0-9FCE-1BB738B31ACC}"/>
    <dgm:cxn modelId="{BF12EECA-6C5A-4477-BB75-030D433F98E5}" type="presOf" srcId="{00968404-F7A9-4733-A043-4B287C66DDB7}" destId="{AFD5D36B-DC15-4284-BA82-99080F4B2744}" srcOrd="0" destOrd="0" presId="urn:microsoft.com/office/officeart/2008/layout/LinedList"/>
    <dgm:cxn modelId="{4BA200F4-3D53-4DD7-9FD0-4B98EFD9FBA3}" type="presOf" srcId="{A98B9AA4-BA86-4D98-8151-AE929F6ECAA8}" destId="{D2EA0878-29F6-496B-96E5-D1743820E862}" srcOrd="0" destOrd="0" presId="urn:microsoft.com/office/officeart/2008/layout/LinedList"/>
    <dgm:cxn modelId="{AEF0CCFC-DBCC-4ED2-A6FF-C97A27ECC7F3}" srcId="{900B2767-723B-47E6-BC2A-3E52462E3362}" destId="{A98B9AA4-BA86-4D98-8151-AE929F6ECAA8}" srcOrd="1" destOrd="0" parTransId="{A9DEFDA8-D484-4AAD-BFF9-19CE16B04B8F}" sibTransId="{09500E70-EA4E-4E67-95D2-2E8A48543F77}"/>
    <dgm:cxn modelId="{CBDDF464-4DDB-4D9A-BA8D-CD1D2327BC82}" type="presParOf" srcId="{4CA413F3-6E2E-4CDD-A044-71C4B8B31DE1}" destId="{A4917581-AE6D-4061-A0C2-E5D12195B64C}" srcOrd="0" destOrd="0" presId="urn:microsoft.com/office/officeart/2008/layout/LinedList"/>
    <dgm:cxn modelId="{7E52B8FC-0A74-4ADF-8513-93C3668C3E20}" type="presParOf" srcId="{4CA413F3-6E2E-4CDD-A044-71C4B8B31DE1}" destId="{DAFCCA2B-48A3-400C-B2F9-161A0A7AC2CF}" srcOrd="1" destOrd="0" presId="urn:microsoft.com/office/officeart/2008/layout/LinedList"/>
    <dgm:cxn modelId="{EE76147D-A69E-4664-B0AA-560538D168F0}" type="presParOf" srcId="{DAFCCA2B-48A3-400C-B2F9-161A0A7AC2CF}" destId="{3B5664FE-9582-4857-B895-6BDA64F42857}" srcOrd="0" destOrd="0" presId="urn:microsoft.com/office/officeart/2008/layout/LinedList"/>
    <dgm:cxn modelId="{44A2B270-F7E1-4E5A-AB48-8631555E8C43}" type="presParOf" srcId="{DAFCCA2B-48A3-400C-B2F9-161A0A7AC2CF}" destId="{D45D765D-BC3E-4B58-AEDA-1617202342A7}" srcOrd="1" destOrd="0" presId="urn:microsoft.com/office/officeart/2008/layout/LinedList"/>
    <dgm:cxn modelId="{DEB4DE18-1B78-413D-9BAE-2A4BF662761A}" type="presParOf" srcId="{4CA413F3-6E2E-4CDD-A044-71C4B8B31DE1}" destId="{205CA66E-9718-46BC-B3B3-4FCF123C5E5D}" srcOrd="2" destOrd="0" presId="urn:microsoft.com/office/officeart/2008/layout/LinedList"/>
    <dgm:cxn modelId="{04325794-861E-4530-9096-B837C8D51DE4}" type="presParOf" srcId="{4CA413F3-6E2E-4CDD-A044-71C4B8B31DE1}" destId="{E180127C-73A9-43F6-B55B-B38A98BA9221}" srcOrd="3" destOrd="0" presId="urn:microsoft.com/office/officeart/2008/layout/LinedList"/>
    <dgm:cxn modelId="{A6C347AF-5115-470B-A0D0-E666647B19DB}" type="presParOf" srcId="{E180127C-73A9-43F6-B55B-B38A98BA9221}" destId="{D2EA0878-29F6-496B-96E5-D1743820E862}" srcOrd="0" destOrd="0" presId="urn:microsoft.com/office/officeart/2008/layout/LinedList"/>
    <dgm:cxn modelId="{99E095BA-D58B-4809-8CCC-7D044259EEB3}" type="presParOf" srcId="{E180127C-73A9-43F6-B55B-B38A98BA9221}" destId="{DAA47429-8BB3-4736-B005-782285951DC5}" srcOrd="1" destOrd="0" presId="urn:microsoft.com/office/officeart/2008/layout/LinedList"/>
    <dgm:cxn modelId="{E3C920DD-5BC7-4C26-9DEB-C696082B3F5E}" type="presParOf" srcId="{4CA413F3-6E2E-4CDD-A044-71C4B8B31DE1}" destId="{651E8F49-A641-4D12-8552-46D589C41A6E}" srcOrd="4" destOrd="0" presId="urn:microsoft.com/office/officeart/2008/layout/LinedList"/>
    <dgm:cxn modelId="{2A207E4E-F67E-4496-870C-8909384D55E2}" type="presParOf" srcId="{4CA413F3-6E2E-4CDD-A044-71C4B8B31DE1}" destId="{6BD22402-0596-4E99-9FB7-D83D67B467EE}" srcOrd="5" destOrd="0" presId="urn:microsoft.com/office/officeart/2008/layout/LinedList"/>
    <dgm:cxn modelId="{477E46C5-927C-4C6D-B29B-E90312A58B40}" type="presParOf" srcId="{6BD22402-0596-4E99-9FB7-D83D67B467EE}" destId="{A59E9700-9977-48F7-9896-4173829C2018}" srcOrd="0" destOrd="0" presId="urn:microsoft.com/office/officeart/2008/layout/LinedList"/>
    <dgm:cxn modelId="{8BD14194-54EE-49E1-B5E9-90C7034867C1}" type="presParOf" srcId="{6BD22402-0596-4E99-9FB7-D83D67B467EE}" destId="{0CDF5FE3-9166-4D98-AE67-9C1885DE8E0D}" srcOrd="1" destOrd="0" presId="urn:microsoft.com/office/officeart/2008/layout/LinedList"/>
    <dgm:cxn modelId="{E51DB498-FD11-4833-ABF0-82EC49B7BA89}" type="presParOf" srcId="{4CA413F3-6E2E-4CDD-A044-71C4B8B31DE1}" destId="{9F94BA52-EAEF-42D1-A9F6-2BAAA88D0F5C}" srcOrd="6" destOrd="0" presId="urn:microsoft.com/office/officeart/2008/layout/LinedList"/>
    <dgm:cxn modelId="{2CC6CFC5-0FDA-453F-85CB-D64A31BF839E}" type="presParOf" srcId="{4CA413F3-6E2E-4CDD-A044-71C4B8B31DE1}" destId="{C8002DDE-AEDF-4A27-9BB1-3B735FE4B01C}" srcOrd="7" destOrd="0" presId="urn:microsoft.com/office/officeart/2008/layout/LinedList"/>
    <dgm:cxn modelId="{4BF98BF8-2C60-47A7-AA88-0493A1D4B279}" type="presParOf" srcId="{C8002DDE-AEDF-4A27-9BB1-3B735FE4B01C}" destId="{112A2969-F1E4-4BE8-BB42-012DB0DF7843}" srcOrd="0" destOrd="0" presId="urn:microsoft.com/office/officeart/2008/layout/LinedList"/>
    <dgm:cxn modelId="{E1C47DF3-8B75-405F-93C6-C4DE07A06946}" type="presParOf" srcId="{C8002DDE-AEDF-4A27-9BB1-3B735FE4B01C}" destId="{37864038-D917-487E-823B-9FDF20E21A93}" srcOrd="1" destOrd="0" presId="urn:microsoft.com/office/officeart/2008/layout/LinedList"/>
    <dgm:cxn modelId="{A0C743A1-5F6A-47C2-92E6-44D940987D8F}" type="presParOf" srcId="{4CA413F3-6E2E-4CDD-A044-71C4B8B31DE1}" destId="{739A6B1F-CB93-4099-8BED-EAA0FD9720E7}" srcOrd="8" destOrd="0" presId="urn:microsoft.com/office/officeart/2008/layout/LinedList"/>
    <dgm:cxn modelId="{761449C6-E5FF-4A04-850A-3556E65EA7F7}" type="presParOf" srcId="{4CA413F3-6E2E-4CDD-A044-71C4B8B31DE1}" destId="{DE3B4E27-6CAE-4EDE-A358-30B881709590}" srcOrd="9" destOrd="0" presId="urn:microsoft.com/office/officeart/2008/layout/LinedList"/>
    <dgm:cxn modelId="{8678C53E-A6BF-4840-A03C-4BB9AA717BAF}" type="presParOf" srcId="{DE3B4E27-6CAE-4EDE-A358-30B881709590}" destId="{AFD5D36B-DC15-4284-BA82-99080F4B2744}" srcOrd="0" destOrd="0" presId="urn:microsoft.com/office/officeart/2008/layout/LinedList"/>
    <dgm:cxn modelId="{EF69E135-19C7-4CF3-800F-264C79014AC0}" type="presParOf" srcId="{DE3B4E27-6CAE-4EDE-A358-30B881709590}" destId="{59F69791-5A7C-4480-AA56-65731CDBB0C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FF4750A-E84F-4777-9EBD-ED13203EA096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B7044D2-93AC-447D-9C62-779A9611C4FE}">
      <dgm:prSet/>
      <dgm:spPr/>
      <dgm:t>
        <a:bodyPr/>
        <a:lstStyle/>
        <a:p>
          <a:r>
            <a:rPr lang="en-US"/>
            <a:t>Next: cross-junction coordination, then identity and audit, then adversarial evaluation on the real corridor.</a:t>
          </a:r>
        </a:p>
      </dgm:t>
    </dgm:pt>
    <dgm:pt modelId="{E17FACDC-0725-4A31-B7D5-16C9D4BF4C8D}" type="parTrans" cxnId="{E1ED9536-CA3C-4A96-B7E7-EADE1996D57D}">
      <dgm:prSet/>
      <dgm:spPr/>
      <dgm:t>
        <a:bodyPr/>
        <a:lstStyle/>
        <a:p>
          <a:endParaRPr lang="en-US"/>
        </a:p>
      </dgm:t>
    </dgm:pt>
    <dgm:pt modelId="{F6C5C394-56D4-4B10-A264-9EB96706BA0E}" type="sibTrans" cxnId="{E1ED9536-CA3C-4A96-B7E7-EADE1996D57D}">
      <dgm:prSet/>
      <dgm:spPr/>
      <dgm:t>
        <a:bodyPr/>
        <a:lstStyle/>
        <a:p>
          <a:endParaRPr lang="en-US"/>
        </a:p>
      </dgm:t>
    </dgm:pt>
    <dgm:pt modelId="{043044EB-5D47-4AC2-AF0E-BF884239316C}">
      <dgm:prSet/>
      <dgm:spPr/>
      <dgm:t>
        <a:bodyPr/>
        <a:lstStyle/>
        <a:p>
          <a:r>
            <a:rPr lang="en-US"/>
            <a:t>Confident: pipeline runs end to end; Phi-4-mini runs on a laptop; the shield is provably stable; identity is literature-backed.</a:t>
          </a:r>
        </a:p>
      </dgm:t>
    </dgm:pt>
    <dgm:pt modelId="{3E87B8BE-DAAE-4F4D-AEF2-C677F815BDE1}" type="parTrans" cxnId="{F63867DC-7202-4EEF-B0EE-6783A61F8FA4}">
      <dgm:prSet/>
      <dgm:spPr/>
      <dgm:t>
        <a:bodyPr/>
        <a:lstStyle/>
        <a:p>
          <a:endParaRPr lang="en-US"/>
        </a:p>
      </dgm:t>
    </dgm:pt>
    <dgm:pt modelId="{B63F22B7-B4C6-4CAC-965A-D7A3A16628A6}" type="sibTrans" cxnId="{F63867DC-7202-4EEF-B0EE-6783A61F8FA4}">
      <dgm:prSet/>
      <dgm:spPr/>
      <dgm:t>
        <a:bodyPr/>
        <a:lstStyle/>
        <a:p>
          <a:endParaRPr lang="en-US"/>
        </a:p>
      </dgm:t>
    </dgm:pt>
    <dgm:pt modelId="{D50DA480-3595-42B6-9774-409816A55AE4}">
      <dgm:prSet/>
      <dgm:spPr/>
      <dgm:t>
        <a:bodyPr/>
        <a:lstStyle/>
        <a:p>
          <a:r>
            <a:rPr lang="en-US"/>
            <a:t>Latency risk: terse output, pause while thinking, skip quiet junctions, cap model-controlled junctions.</a:t>
          </a:r>
        </a:p>
      </dgm:t>
    </dgm:pt>
    <dgm:pt modelId="{68F43B2F-668E-4D71-97A7-04D25C692F5A}" type="parTrans" cxnId="{5DFA4807-8A3B-43C9-A79C-9DA4315C8B19}">
      <dgm:prSet/>
      <dgm:spPr/>
      <dgm:t>
        <a:bodyPr/>
        <a:lstStyle/>
        <a:p>
          <a:endParaRPr lang="en-US"/>
        </a:p>
      </dgm:t>
    </dgm:pt>
    <dgm:pt modelId="{F6E71166-FF85-42AC-8197-D7137A223675}" type="sibTrans" cxnId="{5DFA4807-8A3B-43C9-A79C-9DA4315C8B19}">
      <dgm:prSet/>
      <dgm:spPr/>
      <dgm:t>
        <a:bodyPr/>
        <a:lstStyle/>
        <a:p>
          <a:endParaRPr lang="en-US"/>
        </a:p>
      </dgm:t>
    </dgm:pt>
    <dgm:pt modelId="{3551C1EA-8DF8-4273-9C33-58A987686344}">
      <dgm:prSet/>
      <dgm:spPr/>
      <dgm:t>
        <a:bodyPr/>
        <a:lstStyle/>
        <a:p>
          <a:r>
            <a:rPr lang="en-US"/>
            <a:t>Trust risk: scope claims to clumsy or faulty data; the identity layer covers deliberate attacks.</a:t>
          </a:r>
        </a:p>
      </dgm:t>
    </dgm:pt>
    <dgm:pt modelId="{1944FBC8-BF73-4CB9-9C53-5969DF4781EA}" type="parTrans" cxnId="{D7E7CF5D-D683-4D9A-BD69-98C176A76846}">
      <dgm:prSet/>
      <dgm:spPr/>
      <dgm:t>
        <a:bodyPr/>
        <a:lstStyle/>
        <a:p>
          <a:endParaRPr lang="en-US"/>
        </a:p>
      </dgm:t>
    </dgm:pt>
    <dgm:pt modelId="{96FFFFDD-8A5F-4C5C-A325-B0D03BA5B518}" type="sibTrans" cxnId="{D7E7CF5D-D683-4D9A-BD69-98C176A76846}">
      <dgm:prSet/>
      <dgm:spPr/>
      <dgm:t>
        <a:bodyPr/>
        <a:lstStyle/>
        <a:p>
          <a:endParaRPr lang="en-US"/>
        </a:p>
      </dgm:t>
    </dgm:pt>
    <dgm:pt modelId="{B11164A8-1858-4186-B083-A914EB571E5C}">
      <dgm:prSet/>
      <dgm:spPr/>
      <dgm:t>
        <a:bodyPr/>
        <a:lstStyle/>
        <a:p>
          <a:r>
            <a:rPr lang="en-US"/>
            <a:t>Data risk: calibrate demand from Department for Transport counts using SUMO routeSampler.</a:t>
          </a:r>
        </a:p>
      </dgm:t>
    </dgm:pt>
    <dgm:pt modelId="{BBF6954E-AF03-4CFB-B9D4-CEA12E10B910}" type="parTrans" cxnId="{D5A4B4B6-1738-4579-B8EF-B8C11BE46E4E}">
      <dgm:prSet/>
      <dgm:spPr/>
      <dgm:t>
        <a:bodyPr/>
        <a:lstStyle/>
        <a:p>
          <a:endParaRPr lang="en-US"/>
        </a:p>
      </dgm:t>
    </dgm:pt>
    <dgm:pt modelId="{C5BC03CB-3D77-47B8-B220-BD3F32161A37}" type="sibTrans" cxnId="{D5A4B4B6-1738-4579-B8EF-B8C11BE46E4E}">
      <dgm:prSet/>
      <dgm:spPr/>
      <dgm:t>
        <a:bodyPr/>
        <a:lstStyle/>
        <a:p>
          <a:endParaRPr lang="en-US"/>
        </a:p>
      </dgm:t>
    </dgm:pt>
    <dgm:pt modelId="{01777847-1D83-4A1D-98C2-6199E6D2C4C9}" type="pres">
      <dgm:prSet presAssocID="{BFF4750A-E84F-4777-9EBD-ED13203EA096}" presName="diagram" presStyleCnt="0">
        <dgm:presLayoutVars>
          <dgm:dir/>
          <dgm:resizeHandles val="exact"/>
        </dgm:presLayoutVars>
      </dgm:prSet>
      <dgm:spPr/>
    </dgm:pt>
    <dgm:pt modelId="{C2E097E9-8AC6-4423-B23B-F96C66E6A02D}" type="pres">
      <dgm:prSet presAssocID="{3B7044D2-93AC-447D-9C62-779A9611C4FE}" presName="node" presStyleLbl="node1" presStyleIdx="0" presStyleCnt="5">
        <dgm:presLayoutVars>
          <dgm:bulletEnabled val="1"/>
        </dgm:presLayoutVars>
      </dgm:prSet>
      <dgm:spPr/>
    </dgm:pt>
    <dgm:pt modelId="{5F6CDBBD-5960-41CA-93CD-631B52EEA487}" type="pres">
      <dgm:prSet presAssocID="{F6C5C394-56D4-4B10-A264-9EB96706BA0E}" presName="sibTrans" presStyleCnt="0"/>
      <dgm:spPr/>
    </dgm:pt>
    <dgm:pt modelId="{AB7D2A83-D71E-4C22-BF60-9E801059F078}" type="pres">
      <dgm:prSet presAssocID="{043044EB-5D47-4AC2-AF0E-BF884239316C}" presName="node" presStyleLbl="node1" presStyleIdx="1" presStyleCnt="5">
        <dgm:presLayoutVars>
          <dgm:bulletEnabled val="1"/>
        </dgm:presLayoutVars>
      </dgm:prSet>
      <dgm:spPr/>
    </dgm:pt>
    <dgm:pt modelId="{8BD24059-46E6-4189-A33B-35765928E4E2}" type="pres">
      <dgm:prSet presAssocID="{B63F22B7-B4C6-4CAC-965A-D7A3A16628A6}" presName="sibTrans" presStyleCnt="0"/>
      <dgm:spPr/>
    </dgm:pt>
    <dgm:pt modelId="{53C34A66-A769-4B00-BC4E-6CBDA7D3EDC5}" type="pres">
      <dgm:prSet presAssocID="{D50DA480-3595-42B6-9774-409816A55AE4}" presName="node" presStyleLbl="node1" presStyleIdx="2" presStyleCnt="5">
        <dgm:presLayoutVars>
          <dgm:bulletEnabled val="1"/>
        </dgm:presLayoutVars>
      </dgm:prSet>
      <dgm:spPr/>
    </dgm:pt>
    <dgm:pt modelId="{2C343FAC-24B7-461E-882A-8FC68BAD5C1D}" type="pres">
      <dgm:prSet presAssocID="{F6E71166-FF85-42AC-8197-D7137A223675}" presName="sibTrans" presStyleCnt="0"/>
      <dgm:spPr/>
    </dgm:pt>
    <dgm:pt modelId="{8821AA2F-6A00-4BB2-B0BC-77797E29FA29}" type="pres">
      <dgm:prSet presAssocID="{3551C1EA-8DF8-4273-9C33-58A987686344}" presName="node" presStyleLbl="node1" presStyleIdx="3" presStyleCnt="5">
        <dgm:presLayoutVars>
          <dgm:bulletEnabled val="1"/>
        </dgm:presLayoutVars>
      </dgm:prSet>
      <dgm:spPr/>
    </dgm:pt>
    <dgm:pt modelId="{DA8329E6-8841-4015-8E4B-42507CBAE58B}" type="pres">
      <dgm:prSet presAssocID="{96FFFFDD-8A5F-4C5C-A325-B0D03BA5B518}" presName="sibTrans" presStyleCnt="0"/>
      <dgm:spPr/>
    </dgm:pt>
    <dgm:pt modelId="{F4AAC3DB-3D15-4DC9-B1AD-D0CA3C02ADFD}" type="pres">
      <dgm:prSet presAssocID="{B11164A8-1858-4186-B083-A914EB571E5C}" presName="node" presStyleLbl="node1" presStyleIdx="4" presStyleCnt="5">
        <dgm:presLayoutVars>
          <dgm:bulletEnabled val="1"/>
        </dgm:presLayoutVars>
      </dgm:prSet>
      <dgm:spPr/>
    </dgm:pt>
  </dgm:ptLst>
  <dgm:cxnLst>
    <dgm:cxn modelId="{5DFA4807-8A3B-43C9-A79C-9DA4315C8B19}" srcId="{BFF4750A-E84F-4777-9EBD-ED13203EA096}" destId="{D50DA480-3595-42B6-9774-409816A55AE4}" srcOrd="2" destOrd="0" parTransId="{68F43B2F-668E-4D71-97A7-04D25C692F5A}" sibTransId="{F6E71166-FF85-42AC-8197-D7137A223675}"/>
    <dgm:cxn modelId="{1B975F16-045B-4998-A1D2-E75D6B163D34}" type="presOf" srcId="{B11164A8-1858-4186-B083-A914EB571E5C}" destId="{F4AAC3DB-3D15-4DC9-B1AD-D0CA3C02ADFD}" srcOrd="0" destOrd="0" presId="urn:microsoft.com/office/officeart/2005/8/layout/default"/>
    <dgm:cxn modelId="{E1ED9536-CA3C-4A96-B7E7-EADE1996D57D}" srcId="{BFF4750A-E84F-4777-9EBD-ED13203EA096}" destId="{3B7044D2-93AC-447D-9C62-779A9611C4FE}" srcOrd="0" destOrd="0" parTransId="{E17FACDC-0725-4A31-B7D5-16C9D4BF4C8D}" sibTransId="{F6C5C394-56D4-4B10-A264-9EB96706BA0E}"/>
    <dgm:cxn modelId="{D7E7CF5D-D683-4D9A-BD69-98C176A76846}" srcId="{BFF4750A-E84F-4777-9EBD-ED13203EA096}" destId="{3551C1EA-8DF8-4273-9C33-58A987686344}" srcOrd="3" destOrd="0" parTransId="{1944FBC8-BF73-4CB9-9C53-5969DF4781EA}" sibTransId="{96FFFFDD-8A5F-4C5C-A325-B0D03BA5B518}"/>
    <dgm:cxn modelId="{E1A1F863-2878-45A7-909F-B5D540F5198F}" type="presOf" srcId="{D50DA480-3595-42B6-9774-409816A55AE4}" destId="{53C34A66-A769-4B00-BC4E-6CBDA7D3EDC5}" srcOrd="0" destOrd="0" presId="urn:microsoft.com/office/officeart/2005/8/layout/default"/>
    <dgm:cxn modelId="{BFF63C6A-69B5-438F-8656-5C5D32CCE777}" type="presOf" srcId="{3551C1EA-8DF8-4273-9C33-58A987686344}" destId="{8821AA2F-6A00-4BB2-B0BC-77797E29FA29}" srcOrd="0" destOrd="0" presId="urn:microsoft.com/office/officeart/2005/8/layout/default"/>
    <dgm:cxn modelId="{AF136256-4BA2-4BB5-BD8E-C2311E1C3A76}" type="presOf" srcId="{3B7044D2-93AC-447D-9C62-779A9611C4FE}" destId="{C2E097E9-8AC6-4423-B23B-F96C66E6A02D}" srcOrd="0" destOrd="0" presId="urn:microsoft.com/office/officeart/2005/8/layout/default"/>
    <dgm:cxn modelId="{29BA9C9D-6244-423D-9DEB-90261ACF6CCB}" type="presOf" srcId="{BFF4750A-E84F-4777-9EBD-ED13203EA096}" destId="{01777847-1D83-4A1D-98C2-6199E6D2C4C9}" srcOrd="0" destOrd="0" presId="urn:microsoft.com/office/officeart/2005/8/layout/default"/>
    <dgm:cxn modelId="{125C99A3-538B-46F7-B336-A8BC7D9F7FC2}" type="presOf" srcId="{043044EB-5D47-4AC2-AF0E-BF884239316C}" destId="{AB7D2A83-D71E-4C22-BF60-9E801059F078}" srcOrd="0" destOrd="0" presId="urn:microsoft.com/office/officeart/2005/8/layout/default"/>
    <dgm:cxn modelId="{D5A4B4B6-1738-4579-B8EF-B8C11BE46E4E}" srcId="{BFF4750A-E84F-4777-9EBD-ED13203EA096}" destId="{B11164A8-1858-4186-B083-A914EB571E5C}" srcOrd="4" destOrd="0" parTransId="{BBF6954E-AF03-4CFB-B9D4-CEA12E10B910}" sibTransId="{C5BC03CB-3D77-47B8-B220-BD3F32161A37}"/>
    <dgm:cxn modelId="{F63867DC-7202-4EEF-B0EE-6783A61F8FA4}" srcId="{BFF4750A-E84F-4777-9EBD-ED13203EA096}" destId="{043044EB-5D47-4AC2-AF0E-BF884239316C}" srcOrd="1" destOrd="0" parTransId="{3E87B8BE-DAAE-4F4D-AEF2-C677F815BDE1}" sibTransId="{B63F22B7-B4C6-4CAC-965A-D7A3A16628A6}"/>
    <dgm:cxn modelId="{3A9AE1BE-2883-4948-A9C2-DE361C6B6EA7}" type="presParOf" srcId="{01777847-1D83-4A1D-98C2-6199E6D2C4C9}" destId="{C2E097E9-8AC6-4423-B23B-F96C66E6A02D}" srcOrd="0" destOrd="0" presId="urn:microsoft.com/office/officeart/2005/8/layout/default"/>
    <dgm:cxn modelId="{08EDDC74-D54F-4E75-A0B0-789DD51F8DF5}" type="presParOf" srcId="{01777847-1D83-4A1D-98C2-6199E6D2C4C9}" destId="{5F6CDBBD-5960-41CA-93CD-631B52EEA487}" srcOrd="1" destOrd="0" presId="urn:microsoft.com/office/officeart/2005/8/layout/default"/>
    <dgm:cxn modelId="{3F28FF31-9647-4BD0-BACD-17274FEC788A}" type="presParOf" srcId="{01777847-1D83-4A1D-98C2-6199E6D2C4C9}" destId="{AB7D2A83-D71E-4C22-BF60-9E801059F078}" srcOrd="2" destOrd="0" presId="urn:microsoft.com/office/officeart/2005/8/layout/default"/>
    <dgm:cxn modelId="{107C1FBC-FAA5-4EB8-A694-786A3EC3FD16}" type="presParOf" srcId="{01777847-1D83-4A1D-98C2-6199E6D2C4C9}" destId="{8BD24059-46E6-4189-A33B-35765928E4E2}" srcOrd="3" destOrd="0" presId="urn:microsoft.com/office/officeart/2005/8/layout/default"/>
    <dgm:cxn modelId="{82AE0404-9182-4C17-B5DA-7A9338471C28}" type="presParOf" srcId="{01777847-1D83-4A1D-98C2-6199E6D2C4C9}" destId="{53C34A66-A769-4B00-BC4E-6CBDA7D3EDC5}" srcOrd="4" destOrd="0" presId="urn:microsoft.com/office/officeart/2005/8/layout/default"/>
    <dgm:cxn modelId="{10192F85-8987-48F7-B97E-3BD4E47E5251}" type="presParOf" srcId="{01777847-1D83-4A1D-98C2-6199E6D2C4C9}" destId="{2C343FAC-24B7-461E-882A-8FC68BAD5C1D}" srcOrd="5" destOrd="0" presId="urn:microsoft.com/office/officeart/2005/8/layout/default"/>
    <dgm:cxn modelId="{077B481B-FA85-4282-8B7F-F4312E4ABBA6}" type="presParOf" srcId="{01777847-1D83-4A1D-98C2-6199E6D2C4C9}" destId="{8821AA2F-6A00-4BB2-B0BC-77797E29FA29}" srcOrd="6" destOrd="0" presId="urn:microsoft.com/office/officeart/2005/8/layout/default"/>
    <dgm:cxn modelId="{691E706D-A53D-417B-B31D-837B1592E8FE}" type="presParOf" srcId="{01777847-1D83-4A1D-98C2-6199E6D2C4C9}" destId="{DA8329E6-8841-4015-8E4B-42507CBAE58B}" srcOrd="7" destOrd="0" presId="urn:microsoft.com/office/officeart/2005/8/layout/default"/>
    <dgm:cxn modelId="{A7D2BF70-B9CF-4CF2-8626-5E543548AEAD}" type="presParOf" srcId="{01777847-1D83-4A1D-98C2-6199E6D2C4C9}" destId="{F4AAC3DB-3D15-4DC9-B1AD-D0CA3C02ADFD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C7F0AC-3BBE-4FE3-B4E1-D6010C147A85}">
      <dsp:nvSpPr>
        <dsp:cNvPr id="0" name=""/>
        <dsp:cNvSpPr/>
      </dsp:nvSpPr>
      <dsp:spPr>
        <a:xfrm>
          <a:off x="11089" y="549389"/>
          <a:ext cx="1461833" cy="14618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7A7FE5-61D8-4A70-B593-174813A06B8F}">
      <dsp:nvSpPr>
        <dsp:cNvPr id="0" name=""/>
        <dsp:cNvSpPr/>
      </dsp:nvSpPr>
      <dsp:spPr>
        <a:xfrm>
          <a:off x="318074" y="856374"/>
          <a:ext cx="847863" cy="8478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0B91CA-5D51-413F-A96F-9BFB6088B3A2}">
      <dsp:nvSpPr>
        <dsp:cNvPr id="0" name=""/>
        <dsp:cNvSpPr/>
      </dsp:nvSpPr>
      <dsp:spPr>
        <a:xfrm>
          <a:off x="1786172" y="549389"/>
          <a:ext cx="3445749" cy="14618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Traffic signals act blind to their neighbours, leaving coordination gains unused.</a:t>
          </a:r>
        </a:p>
      </dsp:txBody>
      <dsp:txXfrm>
        <a:off x="1786172" y="549389"/>
        <a:ext cx="3445749" cy="1461833"/>
      </dsp:txXfrm>
    </dsp:sp>
    <dsp:sp modelId="{3F76773D-6A35-450B-A56F-E61D01F4C05C}">
      <dsp:nvSpPr>
        <dsp:cNvPr id="0" name=""/>
        <dsp:cNvSpPr/>
      </dsp:nvSpPr>
      <dsp:spPr>
        <a:xfrm>
          <a:off x="5832317" y="549389"/>
          <a:ext cx="1461833" cy="14618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B1B251-0B7F-43B3-99AF-81F7A9E5F464}">
      <dsp:nvSpPr>
        <dsp:cNvPr id="0" name=""/>
        <dsp:cNvSpPr/>
      </dsp:nvSpPr>
      <dsp:spPr>
        <a:xfrm>
          <a:off x="6139302" y="856374"/>
          <a:ext cx="847863" cy="8478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A6569F-E8AF-4943-9BDB-47B07F962304}">
      <dsp:nvSpPr>
        <dsp:cNvPr id="0" name=""/>
        <dsp:cNvSpPr/>
      </dsp:nvSpPr>
      <dsp:spPr>
        <a:xfrm>
          <a:off x="7607400" y="549389"/>
          <a:ext cx="3445749" cy="14618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When junctions share data to coordinate, nothing confirms that data is genuine or correct.</a:t>
          </a:r>
        </a:p>
      </dsp:txBody>
      <dsp:txXfrm>
        <a:off x="7607400" y="549389"/>
        <a:ext cx="3445749" cy="1461833"/>
      </dsp:txXfrm>
    </dsp:sp>
    <dsp:sp modelId="{2FEAA4CD-6371-4B16-A3D0-7FA2B7B2B516}">
      <dsp:nvSpPr>
        <dsp:cNvPr id="0" name=""/>
        <dsp:cNvSpPr/>
      </dsp:nvSpPr>
      <dsp:spPr>
        <a:xfrm>
          <a:off x="11089" y="2835097"/>
          <a:ext cx="1461833" cy="14618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009F8B-2677-46F9-AE0F-D005E93C697B}">
      <dsp:nvSpPr>
        <dsp:cNvPr id="0" name=""/>
        <dsp:cNvSpPr/>
      </dsp:nvSpPr>
      <dsp:spPr>
        <a:xfrm>
          <a:off x="318074" y="3142082"/>
          <a:ext cx="847863" cy="8478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16261C-CE94-4963-8551-AA2815388AF9}">
      <dsp:nvSpPr>
        <dsp:cNvPr id="0" name=""/>
        <dsp:cNvSpPr/>
      </dsp:nvSpPr>
      <dsp:spPr>
        <a:xfrm>
          <a:off x="1786172" y="2835097"/>
          <a:ext cx="3445749" cy="14618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Signals are safety-critical infrastructure: AI control is deployable only if inputs are trusted and auditable.</a:t>
          </a:r>
        </a:p>
      </dsp:txBody>
      <dsp:txXfrm>
        <a:off x="1786172" y="2835097"/>
        <a:ext cx="3445749" cy="1461833"/>
      </dsp:txXfrm>
    </dsp:sp>
    <dsp:sp modelId="{32642D3A-A0DC-4440-9CE9-B92C9322C964}">
      <dsp:nvSpPr>
        <dsp:cNvPr id="0" name=""/>
        <dsp:cNvSpPr/>
      </dsp:nvSpPr>
      <dsp:spPr>
        <a:xfrm>
          <a:off x="5832317" y="2835097"/>
          <a:ext cx="1461833" cy="14618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9C2B14-0E0D-44B3-B402-762AD6A85975}">
      <dsp:nvSpPr>
        <dsp:cNvPr id="0" name=""/>
        <dsp:cNvSpPr/>
      </dsp:nvSpPr>
      <dsp:spPr>
        <a:xfrm>
          <a:off x="6139302" y="3142082"/>
          <a:ext cx="847863" cy="8478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80E391-3828-4F2C-A97C-D3EB12315C06}">
      <dsp:nvSpPr>
        <dsp:cNvPr id="0" name=""/>
        <dsp:cNvSpPr/>
      </dsp:nvSpPr>
      <dsp:spPr>
        <a:xfrm>
          <a:off x="7607400" y="2835097"/>
          <a:ext cx="3445749" cy="14618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Originality: securing language-model coordination with verifiable identity and a physics-based check has no published precedent.</a:t>
          </a:r>
        </a:p>
      </dsp:txBody>
      <dsp:txXfrm>
        <a:off x="7607400" y="2835097"/>
        <a:ext cx="3445749" cy="14618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F5441C-755E-4F96-8AAD-61E475C071C3}">
      <dsp:nvSpPr>
        <dsp:cNvPr id="0" name=""/>
        <dsp:cNvSpPr/>
      </dsp:nvSpPr>
      <dsp:spPr>
        <a:xfrm>
          <a:off x="0" y="3400"/>
          <a:ext cx="10515600" cy="72429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75A62C-14A9-4BE5-AF33-E616727C332F}">
      <dsp:nvSpPr>
        <dsp:cNvPr id="0" name=""/>
        <dsp:cNvSpPr/>
      </dsp:nvSpPr>
      <dsp:spPr>
        <a:xfrm>
          <a:off x="219097" y="166365"/>
          <a:ext cx="398359" cy="398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8C4A76-3434-4B59-896F-006E9D423344}">
      <dsp:nvSpPr>
        <dsp:cNvPr id="0" name=""/>
        <dsp:cNvSpPr/>
      </dsp:nvSpPr>
      <dsp:spPr>
        <a:xfrm>
          <a:off x="836555" y="3400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Mature but separate strands: language-model traffic control, MaxPressure control, cooperative-ITS spoof and fault detection, decentralized identity and blockchain PKI, and chain-of-thought faithfulness.</a:t>
          </a:r>
        </a:p>
      </dsp:txBody>
      <dsp:txXfrm>
        <a:off x="836555" y="3400"/>
        <a:ext cx="9679044" cy="724290"/>
      </dsp:txXfrm>
    </dsp:sp>
    <dsp:sp modelId="{D9B04F4E-630C-4B11-ACEF-3855313529CC}">
      <dsp:nvSpPr>
        <dsp:cNvPr id="0" name=""/>
        <dsp:cNvSpPr/>
      </dsp:nvSpPr>
      <dsp:spPr>
        <a:xfrm>
          <a:off x="0" y="908763"/>
          <a:ext cx="10515600" cy="72429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FC7AA8-D6FC-4B11-89D3-D7BE81DF7B04}">
      <dsp:nvSpPr>
        <dsp:cNvPr id="0" name=""/>
        <dsp:cNvSpPr/>
      </dsp:nvSpPr>
      <dsp:spPr>
        <a:xfrm>
          <a:off x="219097" y="1071728"/>
          <a:ext cx="398359" cy="398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BC78CE-0033-4286-8751-48DFBBD536D1}">
      <dsp:nvSpPr>
        <dsp:cNvPr id="0" name=""/>
        <dsp:cNvSpPr/>
      </dsp:nvSpPr>
      <dsp:spPr>
        <a:xfrm>
          <a:off x="836555" y="908763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Evidence base: 175 peer-reviewed sources, with 28 more added for agent identity and spoof or fault detection.</a:t>
          </a:r>
        </a:p>
      </dsp:txBody>
      <dsp:txXfrm>
        <a:off x="836555" y="908763"/>
        <a:ext cx="9679044" cy="724290"/>
      </dsp:txXfrm>
    </dsp:sp>
    <dsp:sp modelId="{47E7479E-A1BD-4EF9-9417-AB3780FB7F7E}">
      <dsp:nvSpPr>
        <dsp:cNvPr id="0" name=""/>
        <dsp:cNvSpPr/>
      </dsp:nvSpPr>
      <dsp:spPr>
        <a:xfrm>
          <a:off x="0" y="1814126"/>
          <a:ext cx="10515600" cy="72429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919D06-DFD0-4079-ABE3-5EEE61191CBA}">
      <dsp:nvSpPr>
        <dsp:cNvPr id="0" name=""/>
        <dsp:cNvSpPr/>
      </dsp:nvSpPr>
      <dsp:spPr>
        <a:xfrm>
          <a:off x="219097" y="1977092"/>
          <a:ext cx="398359" cy="398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58D36D-CB52-451B-A2F8-9520D43E0CBC}">
      <dsp:nvSpPr>
        <dsp:cNvPr id="0" name=""/>
        <dsp:cNvSpPr/>
      </dsp:nvSpPr>
      <dsp:spPr>
        <a:xfrm>
          <a:off x="836555" y="1814126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The gap: nobody places authenticated identity and a vehicle-conservation check beneath language-model cross-junction coordination.</a:t>
          </a:r>
        </a:p>
      </dsp:txBody>
      <dsp:txXfrm>
        <a:off x="836555" y="1814126"/>
        <a:ext cx="9679044" cy="724290"/>
      </dsp:txXfrm>
    </dsp:sp>
    <dsp:sp modelId="{C517328F-0F5E-4367-857C-CE13F650EDBF}">
      <dsp:nvSpPr>
        <dsp:cNvPr id="0" name=""/>
        <dsp:cNvSpPr/>
      </dsp:nvSpPr>
      <dsp:spPr>
        <a:xfrm>
          <a:off x="0" y="2719489"/>
          <a:ext cx="10515600" cy="72429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7DBB59-CE57-4956-BAEC-0535B7806F39}">
      <dsp:nvSpPr>
        <dsp:cNvPr id="0" name=""/>
        <dsp:cNvSpPr/>
      </dsp:nvSpPr>
      <dsp:spPr>
        <a:xfrm>
          <a:off x="219097" y="2882455"/>
          <a:ext cx="398359" cy="398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61DDE3-5FE9-48D8-96B1-0577DCF54574}">
      <dsp:nvSpPr>
        <dsp:cNvPr id="0" name=""/>
        <dsp:cNvSpPr/>
      </dsp:nvSpPr>
      <dsp:spPr>
        <a:xfrm>
          <a:off x="836555" y="2719489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Research question: can authenticated, plausibility-checked agents coordinate a corridor while detecting spoofed or faulty inputs?</a:t>
          </a:r>
        </a:p>
      </dsp:txBody>
      <dsp:txXfrm>
        <a:off x="836555" y="2719489"/>
        <a:ext cx="9679044" cy="724290"/>
      </dsp:txXfrm>
    </dsp:sp>
    <dsp:sp modelId="{FDB15083-5CAB-40BE-8C3B-BE4C8CA8CF41}">
      <dsp:nvSpPr>
        <dsp:cNvPr id="0" name=""/>
        <dsp:cNvSpPr/>
      </dsp:nvSpPr>
      <dsp:spPr>
        <a:xfrm>
          <a:off x="0" y="3624853"/>
          <a:ext cx="10515600" cy="72429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CE57E8-ACE9-42B4-A23E-401381BD6742}">
      <dsp:nvSpPr>
        <dsp:cNvPr id="0" name=""/>
        <dsp:cNvSpPr/>
      </dsp:nvSpPr>
      <dsp:spPr>
        <a:xfrm>
          <a:off x="219097" y="3787818"/>
          <a:ext cx="398359" cy="398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926284-822A-4644-BD32-3D8A2DC91F07}">
      <dsp:nvSpPr>
        <dsp:cNvPr id="0" name=""/>
        <dsp:cNvSpPr/>
      </dsp:nvSpPr>
      <dsp:spPr>
        <a:xfrm>
          <a:off x="836555" y="3624853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Honest limit: a consistency-respecting attacker can evade conservation checks (Xiao, 2026), so identity is a separate layer.</a:t>
          </a:r>
        </a:p>
      </dsp:txBody>
      <dsp:txXfrm>
        <a:off x="836555" y="3624853"/>
        <a:ext cx="9679044" cy="72429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FA42AE-80CE-4308-B78C-8A8E3DC73F9D}">
      <dsp:nvSpPr>
        <dsp:cNvPr id="0" name=""/>
        <dsp:cNvSpPr/>
      </dsp:nvSpPr>
      <dsp:spPr>
        <a:xfrm>
          <a:off x="611820" y="59956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C1ADEE-EE2F-4987-AEE5-EFEB3D516078}">
      <dsp:nvSpPr>
        <dsp:cNvPr id="0" name=""/>
        <dsp:cNvSpPr/>
      </dsp:nvSpPr>
      <dsp:spPr>
        <a:xfrm>
          <a:off x="116820" y="1739844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Per-junction Phi-4-mini agents (Microsoft Foundry Local) coordinate signals in SUMO on a real Lambeth corridor.</a:t>
          </a:r>
        </a:p>
      </dsp:txBody>
      <dsp:txXfrm>
        <a:off x="116820" y="1739844"/>
        <a:ext cx="1800000" cy="787500"/>
      </dsp:txXfrm>
    </dsp:sp>
    <dsp:sp modelId="{D3A2983B-7F8A-4D8E-99CC-68B858598FEE}">
      <dsp:nvSpPr>
        <dsp:cNvPr id="0" name=""/>
        <dsp:cNvSpPr/>
      </dsp:nvSpPr>
      <dsp:spPr>
        <a:xfrm>
          <a:off x="2726820" y="59956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BA8937-E8C9-4D84-9AEE-EFD498DE49C5}">
      <dsp:nvSpPr>
        <dsp:cNvPr id="0" name=""/>
        <dsp:cNvSpPr/>
      </dsp:nvSpPr>
      <dsp:spPr>
        <a:xfrm>
          <a:off x="2231820" y="1739844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 MaxPressure shield validates or overrides every decision: the model proposes, the shield disposes.</a:t>
          </a:r>
        </a:p>
      </dsp:txBody>
      <dsp:txXfrm>
        <a:off x="2231820" y="1739844"/>
        <a:ext cx="1800000" cy="787500"/>
      </dsp:txXfrm>
    </dsp:sp>
    <dsp:sp modelId="{FCBA7777-EB0C-48B8-ABD6-ACEDDFB9BAE8}">
      <dsp:nvSpPr>
        <dsp:cNvPr id="0" name=""/>
        <dsp:cNvSpPr/>
      </dsp:nvSpPr>
      <dsp:spPr>
        <a:xfrm>
          <a:off x="4841820" y="59956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30A01F-D9AC-40F0-A467-BC3D55A62B65}">
      <dsp:nvSpPr>
        <dsp:cNvPr id="0" name=""/>
        <dsp:cNvSpPr/>
      </dsp:nvSpPr>
      <dsp:spPr>
        <a:xfrm>
          <a:off x="4346820" y="1739844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Signed messages plus a permissioned Hyperledger Besu registry verify the sender and revoke compromised junctions.</a:t>
          </a:r>
        </a:p>
      </dsp:txBody>
      <dsp:txXfrm>
        <a:off x="4346820" y="1739844"/>
        <a:ext cx="1800000" cy="787500"/>
      </dsp:txXfrm>
    </dsp:sp>
    <dsp:sp modelId="{E1AA6C69-428E-4F57-8FB5-C0260536D110}">
      <dsp:nvSpPr>
        <dsp:cNvPr id="0" name=""/>
        <dsp:cNvSpPr/>
      </dsp:nvSpPr>
      <dsp:spPr>
        <a:xfrm>
          <a:off x="1669320" y="2977343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995C2B-CF75-4F8E-9A29-2487C616D993}">
      <dsp:nvSpPr>
        <dsp:cNvPr id="0" name=""/>
        <dsp:cNvSpPr/>
      </dsp:nvSpPr>
      <dsp:spPr>
        <a:xfrm>
          <a:off x="1174320" y="4117625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 vehicle-conservation check flags physically impossible reports; every decision is logged tamper-evidently.</a:t>
          </a:r>
        </a:p>
      </dsp:txBody>
      <dsp:txXfrm>
        <a:off x="1174320" y="4117625"/>
        <a:ext cx="1800000" cy="787500"/>
      </dsp:txXfrm>
    </dsp:sp>
    <dsp:sp modelId="{4CF0CB1D-EBDE-4F05-86E6-F760B4A2607B}">
      <dsp:nvSpPr>
        <dsp:cNvPr id="0" name=""/>
        <dsp:cNvSpPr/>
      </dsp:nvSpPr>
      <dsp:spPr>
        <a:xfrm>
          <a:off x="3784320" y="2977343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1235A5-D36B-483A-99BC-6D040CCFD338}">
      <dsp:nvSpPr>
        <dsp:cNvPr id="0" name=""/>
        <dsp:cNvSpPr/>
      </dsp:nvSpPr>
      <dsp:spPr>
        <a:xfrm>
          <a:off x="3289320" y="4117625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The model outputs only a phase number, not reasoning, because chain-of-thought is an unfaithful explanation.</a:t>
          </a:r>
        </a:p>
      </dsp:txBody>
      <dsp:txXfrm>
        <a:off x="3289320" y="4117625"/>
        <a:ext cx="1800000" cy="7875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917581-AE6D-4061-A0C2-E5D12195B64C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B5664FE-9582-4857-B895-6BDA64F42857}">
      <dsp:nvSpPr>
        <dsp:cNvPr id="0" name=""/>
        <dsp:cNvSpPr/>
      </dsp:nvSpPr>
      <dsp:spPr>
        <a:xfrm>
          <a:off x="0" y="53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Baselines: fixed-time, MaxPressure, and uncoordinated versus coordinated agents.</a:t>
          </a:r>
        </a:p>
      </dsp:txBody>
      <dsp:txXfrm>
        <a:off x="0" y="531"/>
        <a:ext cx="10515600" cy="870055"/>
      </dsp:txXfrm>
    </dsp:sp>
    <dsp:sp modelId="{205CA66E-9718-46BC-B3B3-4FCF123C5E5D}">
      <dsp:nvSpPr>
        <dsp:cNvPr id="0" name=""/>
        <dsp:cNvSpPr/>
      </dsp:nvSpPr>
      <dsp:spPr>
        <a:xfrm>
          <a:off x="0" y="870586"/>
          <a:ext cx="10515600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2EA0878-29F6-496B-96E5-D1743820E862}">
      <dsp:nvSpPr>
        <dsp:cNvPr id="0" name=""/>
        <dsp:cNvSpPr/>
      </dsp:nvSpPr>
      <dsp:spPr>
        <a:xfrm>
          <a:off x="0" y="870586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Metrics: travel time, queue and throughput; detection precision, recall and latency; trust-layer overhead.</a:t>
          </a:r>
        </a:p>
      </dsp:txBody>
      <dsp:txXfrm>
        <a:off x="0" y="870586"/>
        <a:ext cx="10515600" cy="870055"/>
      </dsp:txXfrm>
    </dsp:sp>
    <dsp:sp modelId="{651E8F49-A641-4D12-8552-46D589C41A6E}">
      <dsp:nvSpPr>
        <dsp:cNvPr id="0" name=""/>
        <dsp:cNvSpPr/>
      </dsp:nvSpPr>
      <dsp:spPr>
        <a:xfrm>
          <a:off x="0" y="1740641"/>
          <a:ext cx="10515600" cy="0"/>
        </a:xfrm>
        <a:prstGeom prst="lin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59E9700-9977-48F7-9896-4173829C2018}">
      <dsp:nvSpPr>
        <dsp:cNvPr id="0" name=""/>
        <dsp:cNvSpPr/>
      </dsp:nvSpPr>
      <dsp:spPr>
        <a:xfrm>
          <a:off x="0" y="174064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Rigour: pre-registered seeds, bootstrap confidence intervals, multiple-comparison correction.</a:t>
          </a:r>
        </a:p>
      </dsp:txBody>
      <dsp:txXfrm>
        <a:off x="0" y="1740641"/>
        <a:ext cx="10515600" cy="870055"/>
      </dsp:txXfrm>
    </dsp:sp>
    <dsp:sp modelId="{9F94BA52-EAEF-42D1-A9F6-2BAAA88D0F5C}">
      <dsp:nvSpPr>
        <dsp:cNvPr id="0" name=""/>
        <dsp:cNvSpPr/>
      </dsp:nvSpPr>
      <dsp:spPr>
        <a:xfrm>
          <a:off x="0" y="2610696"/>
          <a:ext cx="10515600" cy="0"/>
        </a:xfrm>
        <a:prstGeom prst="lin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12A2969-F1E4-4BE8-BB42-012DB0DF7843}">
      <dsp:nvSpPr>
        <dsp:cNvPr id="0" name=""/>
        <dsp:cNvSpPr/>
      </dsp:nvSpPr>
      <dsp:spPr>
        <a:xfrm>
          <a:off x="0" y="2610696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Already working: MaxPressure beats fixed-time, and a live language-model junction ran 90 decisions with zero failures.</a:t>
          </a:r>
        </a:p>
      </dsp:txBody>
      <dsp:txXfrm>
        <a:off x="0" y="2610696"/>
        <a:ext cx="10515600" cy="870055"/>
      </dsp:txXfrm>
    </dsp:sp>
    <dsp:sp modelId="{739A6B1F-CB93-4099-8BED-EAA0FD9720E7}">
      <dsp:nvSpPr>
        <dsp:cNvPr id="0" name=""/>
        <dsp:cNvSpPr/>
      </dsp:nvSpPr>
      <dsp:spPr>
        <a:xfrm>
          <a:off x="0" y="3480751"/>
          <a:ext cx="10515600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FD5D36B-DC15-4284-BA82-99080F4B2744}">
      <dsp:nvSpPr>
        <dsp:cNvPr id="0" name=""/>
        <dsp:cNvSpPr/>
      </dsp:nvSpPr>
      <dsp:spPr>
        <a:xfrm>
          <a:off x="0" y="348075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All code, scenario and documentation sit in a reproducible public repository.</a:t>
          </a:r>
        </a:p>
      </dsp:txBody>
      <dsp:txXfrm>
        <a:off x="0" y="3480751"/>
        <a:ext cx="10515600" cy="87005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E097E9-8AC6-4423-B23B-F96C66E6A02D}">
      <dsp:nvSpPr>
        <dsp:cNvPr id="0" name=""/>
        <dsp:cNvSpPr/>
      </dsp:nvSpPr>
      <dsp:spPr>
        <a:xfrm>
          <a:off x="819983" y="2124"/>
          <a:ext cx="2868885" cy="172133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Next: cross-junction coordination, then identity and audit, then adversarial evaluation on the real corridor.</a:t>
          </a:r>
        </a:p>
      </dsp:txBody>
      <dsp:txXfrm>
        <a:off x="819983" y="2124"/>
        <a:ext cx="2868885" cy="1721331"/>
      </dsp:txXfrm>
    </dsp:sp>
    <dsp:sp modelId="{AB7D2A83-D71E-4C22-BF60-9E801059F078}">
      <dsp:nvSpPr>
        <dsp:cNvPr id="0" name=""/>
        <dsp:cNvSpPr/>
      </dsp:nvSpPr>
      <dsp:spPr>
        <a:xfrm>
          <a:off x="3975757" y="2124"/>
          <a:ext cx="2868885" cy="1721331"/>
        </a:xfrm>
        <a:prstGeom prst="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Confident: pipeline runs end to end; Phi-4-mini runs on a laptop; the shield is provably stable; identity is literature-backed.</a:t>
          </a:r>
        </a:p>
      </dsp:txBody>
      <dsp:txXfrm>
        <a:off x="3975757" y="2124"/>
        <a:ext cx="2868885" cy="1721331"/>
      </dsp:txXfrm>
    </dsp:sp>
    <dsp:sp modelId="{53C34A66-A769-4B00-BC4E-6CBDA7D3EDC5}">
      <dsp:nvSpPr>
        <dsp:cNvPr id="0" name=""/>
        <dsp:cNvSpPr/>
      </dsp:nvSpPr>
      <dsp:spPr>
        <a:xfrm>
          <a:off x="7131531" y="2124"/>
          <a:ext cx="2868885" cy="1721331"/>
        </a:xfrm>
        <a:prstGeom prst="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Latency risk: terse output, pause while thinking, skip quiet junctions, cap model-controlled junctions.</a:t>
          </a:r>
        </a:p>
      </dsp:txBody>
      <dsp:txXfrm>
        <a:off x="7131531" y="2124"/>
        <a:ext cx="2868885" cy="1721331"/>
      </dsp:txXfrm>
    </dsp:sp>
    <dsp:sp modelId="{8821AA2F-6A00-4BB2-B0BC-77797E29FA29}">
      <dsp:nvSpPr>
        <dsp:cNvPr id="0" name=""/>
        <dsp:cNvSpPr/>
      </dsp:nvSpPr>
      <dsp:spPr>
        <a:xfrm>
          <a:off x="2397870" y="2010343"/>
          <a:ext cx="2868885" cy="1721331"/>
        </a:xfrm>
        <a:prstGeom prst="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Trust risk: scope claims to clumsy or faulty data; the identity layer covers deliberate attacks.</a:t>
          </a:r>
        </a:p>
      </dsp:txBody>
      <dsp:txXfrm>
        <a:off x="2397870" y="2010343"/>
        <a:ext cx="2868885" cy="1721331"/>
      </dsp:txXfrm>
    </dsp:sp>
    <dsp:sp modelId="{F4AAC3DB-3D15-4DC9-B1AD-D0CA3C02ADFD}">
      <dsp:nvSpPr>
        <dsp:cNvPr id="0" name=""/>
        <dsp:cNvSpPr/>
      </dsp:nvSpPr>
      <dsp:spPr>
        <a:xfrm>
          <a:off x="5553644" y="2010343"/>
          <a:ext cx="2868885" cy="1721331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Data risk: calibrate demand from Department for Transport counts using SUMO routeSampler.</a:t>
          </a:r>
        </a:p>
      </dsp:txBody>
      <dsp:txXfrm>
        <a:off x="5553644" y="2010343"/>
        <a:ext cx="2868885" cy="17213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0908" y="1220919"/>
            <a:ext cx="5425781" cy="2387600"/>
          </a:xfrm>
        </p:spPr>
        <p:txBody>
          <a:bodyPr>
            <a:normAutofit/>
          </a:bodyPr>
          <a:lstStyle/>
          <a:p>
            <a:pPr algn="l"/>
            <a:r>
              <a:t>The Edge Negotiator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0908" y="3700594"/>
            <a:ext cx="5425781" cy="1655762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1800"/>
              <a:t>Verified-Source Cross-Junction Coordination for SLM-Driven Traffic Signal Control</a:t>
            </a:r>
          </a:p>
          <a:p>
            <a:pPr algn="l">
              <a:lnSpc>
                <a:spcPct val="90000"/>
              </a:lnSpc>
            </a:pPr>
            <a:r>
              <a:rPr lang="en-US" sz="1800"/>
              <a:t>UCL MSc Systems Engineering for IoT. Project pitch.</a:t>
            </a:r>
          </a:p>
          <a:p>
            <a:pPr algn="l">
              <a:lnSpc>
                <a:spcPct val="90000"/>
              </a:lnSpc>
            </a:pPr>
            <a:r>
              <a:rPr lang="en-US" sz="1800"/>
              <a:t>Student 25153651, Ebenezer Veeraraju. Supervisors: Dr Akin Delibasi (UCL) and Lee Stott (Microsoft).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05840"/>
          </a:xfrm>
        </p:spPr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DA43ABA-B93B-FEF9-D467-B6BB0332CF2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8640" y="1554480"/>
          <a:ext cx="11064240" cy="4846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r>
              <a:rPr lang="en-US" sz="5200"/>
              <a:t>Background and the gap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AADFD3-8DEA-8382-1E53-DA2B3A49A5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0838382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57189"/>
            <a:ext cx="3374136" cy="5567891"/>
          </a:xfrm>
        </p:spPr>
        <p:txBody>
          <a:bodyPr>
            <a:normAutofit/>
          </a:bodyPr>
          <a:lstStyle/>
          <a:p>
            <a:r>
              <a:rPr lang="en-US"/>
              <a:t>Methodology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CD0B51DA-68E0-DCFC-757E-4A33046B69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8356594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7ED06751-1D7B-897C-82B3-5BBE2A8575E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3391" r="90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Evaluation and progress so far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48EAE8E9-2FCA-EBE9-A6D9-8EADF1042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214700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201"/>
            <a:ext cx="112776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990599"/>
            <a:ext cx="9906000" cy="68580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000"/>
              <a:t>Roadmap, confidence, and risks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4899533-79EF-698C-A6A4-B3B14ADDF8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0908319"/>
              </p:ext>
            </p:extLst>
          </p:nvPr>
        </p:nvGraphicFramePr>
        <p:xfrm>
          <a:off x="685800" y="2137228"/>
          <a:ext cx="108204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</TotalTime>
  <Words>476</Words>
  <Application>Microsoft Office PowerPoint</Application>
  <PresentationFormat>Widescreen</PresentationFormat>
  <Paragraphs>33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The Edge Negotiator</vt:lpstr>
      <vt:lpstr>The problem</vt:lpstr>
      <vt:lpstr>Background and the gap</vt:lpstr>
      <vt:lpstr>Methodology</vt:lpstr>
      <vt:lpstr>Evaluation and progress so far</vt:lpstr>
      <vt:lpstr>Roadmap, confidence, and risks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Ebenezer Isaac Veeraraju</cp:lastModifiedBy>
  <cp:revision>2</cp:revision>
  <dcterms:created xsi:type="dcterms:W3CDTF">2013-01-27T09:14:16Z</dcterms:created>
  <dcterms:modified xsi:type="dcterms:W3CDTF">2026-06-01T16:59:01Z</dcterms:modified>
  <cp:category/>
</cp:coreProperties>
</file>