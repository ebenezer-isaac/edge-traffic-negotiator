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920240"/>
            <a:ext cx="10698480" cy="1188720"/>
          </a:xfrm>
        </p:spPr>
        <p:txBody>
          <a:bodyPr/>
          <a:lstStyle/>
          <a:p>
            <a:r>
              <a:t>The Edge Negotiator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200400"/>
            <a:ext cx="10698480" cy="3108960"/>
          </a:xfrm>
        </p:spPr>
        <p:txBody>
          <a:bodyPr/>
          <a:lstStyle/>
          <a:p>
            <a:r>
              <a:t>Verified-Source Cross-Junction Coordination for SLM-Driven Traffic Signal Control</a:t>
            </a:r>
          </a:p>
          <a:p>
            <a:r>
              <a:rPr sz="1500"/>
              <a:t>UCL MSc Systems Engineering for IoT. Project pitch.</a:t>
            </a:r>
          </a:p>
          <a:p>
            <a:r>
              <a:rPr sz="1500"/>
              <a:t>Student 25153651, Ebenezer Veeraraju. Supervisors: Dr Akin Delibasi (UCL) and Lee Stott (Microsoft).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05840"/>
          </a:xfrm>
        </p:spPr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846320"/>
          </a:xfrm>
        </p:spPr>
        <p:txBody>
          <a:bodyPr wrap="square"/>
          <a:lstStyle/>
          <a:p>
            <a:r>
              <a:rPr sz="2000"/>
              <a:t>Traffic signals act blind to their neighbours, leaving coordination gains unused.</a:t>
            </a:r>
          </a:p>
          <a:p>
            <a:r>
              <a:rPr sz="2000"/>
              <a:t>When junctions share data to coordinate, nothing confirms that data is genuine or correct.</a:t>
            </a:r>
          </a:p>
          <a:p>
            <a:r>
              <a:rPr sz="2000"/>
              <a:t>Signals are safety-critical infrastructure: AI control is deployable only if inputs are trusted and auditable.</a:t>
            </a:r>
          </a:p>
          <a:p>
            <a:r>
              <a:rPr sz="2000"/>
              <a:t>Originality: securing language-model coordination with verifiable identity and a physics-based check has no published precedent.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05840"/>
          </a:xfrm>
        </p:spPr>
        <p:txBody>
          <a:bodyPr/>
          <a:lstStyle/>
          <a:p>
            <a:r>
              <a:t>Background and the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846320"/>
          </a:xfrm>
        </p:spPr>
        <p:txBody>
          <a:bodyPr wrap="square"/>
          <a:lstStyle/>
          <a:p>
            <a:r>
              <a:rPr sz="2000"/>
              <a:t>Mature but separate strands: language-model traffic control, MaxPressure control, cooperative-ITS spoof and fault detection, decentralized identity and blockchain PKI, and chain-of-thought faithfulness.</a:t>
            </a:r>
          </a:p>
          <a:p>
            <a:r>
              <a:rPr sz="2000"/>
              <a:t>Evidence base: 175 peer-reviewed sources, with 28 added for agent identity and spoof or fault detection.</a:t>
            </a:r>
          </a:p>
          <a:p>
            <a:r>
              <a:rPr sz="2000"/>
              <a:t>The gap: nobody places authenticated identity and a vehicle-conservation check beneath language-model cross-junction coordination.</a:t>
            </a:r>
          </a:p>
          <a:p>
            <a:r>
              <a:rPr sz="2000"/>
              <a:t>Research question: can authenticated, plausibility-checked agents coordinate a corridor while detecting spoofed or faulty inputs?</a:t>
            </a:r>
          </a:p>
          <a:p>
            <a:r>
              <a:rPr sz="2000"/>
              <a:t>Honest limit: a consistency-respecting attacker can evade conservation checks (Xiao, 2026), so identity is a separate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05840"/>
          </a:xfrm>
        </p:spPr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846320"/>
          </a:xfrm>
        </p:spPr>
        <p:txBody>
          <a:bodyPr wrap="square"/>
          <a:lstStyle/>
          <a:p>
            <a:r>
              <a:rPr sz="2000"/>
              <a:t>Per-junction Phi-4-mini agents (Microsoft Foundry Local) coordinate signals in SUMO on a real Lambeth corridor.</a:t>
            </a:r>
          </a:p>
          <a:p>
            <a:r>
              <a:rPr sz="2000"/>
              <a:t>A MaxPressure shield validates or overrides every decision: the model proposes, the shield disposes.</a:t>
            </a:r>
          </a:p>
          <a:p>
            <a:r>
              <a:rPr sz="2000"/>
              <a:t>Signed messages plus a permissioned Hyperledger Besu registry verify the sender and revoke compromised junctions.</a:t>
            </a:r>
          </a:p>
          <a:p>
            <a:r>
              <a:rPr sz="2000"/>
              <a:t>A vehicle-conservation check flags physically impossible reports; every decision is logged tamper-evidently.</a:t>
            </a:r>
          </a:p>
          <a:p>
            <a:r>
              <a:rPr sz="2000"/>
              <a:t>The model outputs only a phase number, not reasoning, because chain-of-thought is an unfaithful explanation.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05840"/>
          </a:xfrm>
        </p:spPr>
        <p:txBody>
          <a:bodyPr/>
          <a:lstStyle/>
          <a:p>
            <a:r>
              <a:t>Evaluation and progress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846320"/>
          </a:xfrm>
        </p:spPr>
        <p:txBody>
          <a:bodyPr wrap="square"/>
          <a:lstStyle/>
          <a:p>
            <a:r>
              <a:rPr sz="2000"/>
              <a:t>Baselines: fixed-time, MaxPressure, and uncoordinated versus coordinated agents.</a:t>
            </a:r>
          </a:p>
          <a:p>
            <a:r>
              <a:rPr sz="2000"/>
              <a:t>Metrics: travel time, queue and throughput; detection precision, recall and latency; trust-layer overhead.</a:t>
            </a:r>
          </a:p>
          <a:p>
            <a:r>
              <a:rPr sz="2000"/>
              <a:t>Rigour: pre-registered seeds, bootstrap confidence intervals, multiple-comparison correction.</a:t>
            </a:r>
          </a:p>
          <a:p>
            <a:r>
              <a:rPr sz="2000"/>
              <a:t>Already working: MaxPressure beats fixed-time, and a live language-model junction ran 90 decisions with zero failures.</a:t>
            </a:r>
          </a:p>
          <a:p>
            <a:r>
              <a:rPr sz="2000"/>
              <a:t>All code, scenario and documentation sit in a reproducible public repository.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05840"/>
          </a:xfrm>
        </p:spPr>
        <p:txBody>
          <a:bodyPr/>
          <a:lstStyle/>
          <a:p>
            <a:r>
              <a:t>Roadmap, confidence, and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846320"/>
          </a:xfrm>
        </p:spPr>
        <p:txBody>
          <a:bodyPr wrap="square"/>
          <a:lstStyle/>
          <a:p>
            <a:r>
              <a:rPr sz="2000"/>
              <a:t>Next: cross-junction coordination, then identity and audit, then adversarial evaluation on the real corridor.</a:t>
            </a:r>
          </a:p>
          <a:p>
            <a:r>
              <a:rPr sz="2000"/>
              <a:t>Confident: pipeline runs end to end; Phi-4-mini runs on a laptop; the shield is provably stable; identity is literature-backed.</a:t>
            </a:r>
          </a:p>
          <a:p>
            <a:r>
              <a:rPr sz="2000"/>
              <a:t>Latency risk: terse output, pause while thinking, skip quiet junctions, cap model-controlled junctions.</a:t>
            </a:r>
          </a:p>
          <a:p>
            <a:r>
              <a:rPr sz="2000"/>
              <a:t>Trust risk: scope claims to clumsy or faulty data; the identity layer covers deliberate attacks.</a:t>
            </a:r>
          </a:p>
          <a:p>
            <a:r>
              <a:rPr sz="2000"/>
              <a:t>Data risk: calibrate demand from Department for Transport counts using SUMO routeSampler.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