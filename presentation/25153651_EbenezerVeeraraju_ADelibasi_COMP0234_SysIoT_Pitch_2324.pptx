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920240"/>
            <a:ext cx="10698480" cy="1188720"/>
          </a:xfrm>
        </p:spPr>
        <p:txBody>
          <a:bodyPr/>
          <a:lstStyle/>
          <a:p>
            <a:r>
              <a:t>The Edge Negotiator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200400"/>
            <a:ext cx="10698480" cy="3108960"/>
          </a:xfrm>
        </p:spPr>
        <p:txBody>
          <a:bodyPr/>
          <a:lstStyle/>
          <a:p>
            <a:r>
              <a:t>A Trust-Preserving Coordination Layer for Signalised Junctions: Characterising a Self-Referential Coupling in Compromised-Insider Emergencies</a:t>
            </a:r>
          </a:p>
          <a:p>
            <a:r>
              <a:rPr sz="1500"/>
              <a:t>UCL MSc Systems Engineering for IoT. Project pitch.</a:t>
            </a:r>
          </a:p>
          <a:p>
            <a:r>
              <a:rPr sz="1500"/>
              <a:t>Student 25153651, Ebenezer Veeraraju. Supervisors: Dr Akin Delibasi (UCL) and Lee Stott (Microsoft).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05840"/>
          </a:xfrm>
        </p:spPr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846320"/>
          </a:xfrm>
        </p:spPr>
        <p:txBody>
          <a:bodyPr wrap="square"/>
          <a:lstStyle/>
          <a:p>
            <a:r>
              <a:rPr sz="2000"/>
              <a:t>Emergency-vehicle preemption lets one signed message seize a junction's green phase, a lever a compromised insider key can pull without ever touching the road.</a:t>
            </a:r>
          </a:p>
          <a:p>
            <a:r>
              <a:rPr sz="2000"/>
              <a:t>The question: in a compromised-insider emergency, what can be held accountable mechanically, and what remains a human or counsel judgment that an on-device reasoner cannot faithfully automate?</a:t>
            </a:r>
          </a:p>
          <a:p>
            <a:r>
              <a:rPr sz="2000"/>
              <a:t>Signals are safety-critical infrastructure: preemption control is deployable only if a refused, uncorroborated claim is provably distinct from a cleared, physically corroborated one.</a:t>
            </a:r>
          </a:p>
          <a:p>
            <a:r>
              <a:rPr sz="2000"/>
              <a:t>Originality: no published account measures where the attack lever and the witness coverage that would catch it are the SAME variable.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05840"/>
          </a:xfrm>
        </p:spPr>
        <p:txBody>
          <a:bodyPr/>
          <a:lstStyle/>
          <a:p>
            <a:r>
              <a:t>Background and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846320"/>
          </a:xfrm>
        </p:spPr>
        <p:txBody>
          <a:bodyPr wrap="square"/>
          <a:lstStyle/>
          <a:p>
            <a:r>
              <a:rPr sz="2000"/>
              <a:t>The accountability mechanism is not new: Certificate-Transparency-style, quorum-anchored, cross-audited logs (RFC 6962, CONIKS, A2M, TrInc, PeerReview, Kusters) are credited, not claimed novel.</a:t>
            </a:r>
          </a:p>
          <a:p>
            <a:r>
              <a:rPr sz="2000"/>
              <a:t>The stealthy attack class is False Data Injection (Liu, Ning and Reiter, 2011; Teixeira and Sandberg); unobservability's topology-dependence is owned by Kosut (2011) and Hendrickx (2014).</a:t>
            </a:r>
          </a:p>
          <a:p>
            <a:r>
              <a:rPr sz="2000"/>
              <a:t>The gap: nobody states or measures the coupling where the preemption attack's lever, the signal phase, is also the variable that gates honest-witness coverage.</a:t>
            </a:r>
          </a:p>
          <a:p>
            <a:r>
              <a:rPr sz="2000"/>
              <a:t>The nearest competitor is Traffic-R1; the differentiator is the accountability role plus the measured coupling, not a claim that the SLM beats a rule or that coordination optimises traffic.</a:t>
            </a:r>
          </a:p>
          <a:p>
            <a:r>
              <a:rPr sz="2000"/>
              <a:t>Honest limit: the coupling is a conditional lemma under explicit hypotheses (honest keys, quorum anchor), not an unconditional guarantee.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05840"/>
          </a:xfrm>
        </p:spPr>
        <p:txBody>
          <a:bodyPr/>
          <a:lstStyle/>
          <a:p>
            <a: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846320"/>
          </a:xfrm>
        </p:spPr>
        <p:txBody>
          <a:bodyPr wrap="square"/>
          <a:lstStyle/>
          <a:p>
            <a:r>
              <a:rPr sz="2000"/>
              <a:t>A deterministic real-time gate refuses signed-but-uncorroborated emergency preemption and clears physically corroborated real emergencies, on the real Euston Road (A501) corridor.</a:t>
            </a:r>
          </a:p>
          <a:p>
            <a:r>
              <a:rPr sz="2000"/>
              <a:t>One frozen Phi-4-mini SLM per junction (Microsoft Foundry Local) proposes a phase from the raw waiting-vehicle counts; a deterministic MaxPressure shield validates or overrides every decision.</a:t>
            </a:r>
          </a:p>
          <a:p>
            <a:r>
              <a:rPr sz="2000"/>
              <a:t>Fault output is split into two firewalled channels: a mechanically-verifiable provenance evidence pack with no verdict or accusation, and a counsel-gated internal triage note that names a key, never a person.</a:t>
            </a:r>
          </a:p>
          <a:p>
            <a:r>
              <a:rPr sz="2000"/>
              <a:t>The self-referential coupling is stated and measured directly: executing the preemption attack changes the phase, which changes the coverage that would corroborate or refute it.</a:t>
            </a:r>
          </a:p>
          <a:p>
            <a:r>
              <a:rPr sz="2000"/>
              <a:t>One severe, pre-registered measurement locates the honest boundary of that coupling on the real corridor, not an unconditional guarantee.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05840"/>
          </a:xfrm>
        </p:spPr>
        <p:txBody>
          <a:bodyPr/>
          <a:lstStyle/>
          <a:p>
            <a:r>
              <a:t>Evaluation and progress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846320"/>
          </a:xfrm>
        </p:spPr>
        <p:txBody>
          <a:bodyPr wrap="square"/>
          <a:lstStyle/>
          <a:p>
            <a:r>
              <a:rPr sz="2000"/>
              <a:t>Measured characterisation: the free-deviation classes the gate does not stop (sub-margin piggyback inflation, keyless transient spoofing) versus the out-of-scope axes (colluding keys, quorum compromise, coverage below threshold).</a:t>
            </a:r>
          </a:p>
          <a:p>
            <a:r>
              <a:rPr sz="2000"/>
              <a:t>SLM evaluation: citation-faithful legal-reasoning correctness against an un-rigged rule-to-text baseline, plus a characterised disambiguation classifier and a frozen-versus-hardened robustness tradeoff.</a:t>
            </a:r>
          </a:p>
          <a:p>
            <a:r>
              <a:rPr sz="2000"/>
              <a:t>Rigour: pre-registered seeds, bootstrap confidence intervals, multiple-comparison correction; the coordination effect itself is reported as a structural zero, not a headline benefit.</a:t>
            </a:r>
          </a:p>
          <a:p>
            <a:r>
              <a:rPr sz="2000"/>
              <a:t>Already working: the deterministic gate clears and refuses correctly on the fixture corridor, and a live SLM junction runs decisions end to end with zero failures.</a:t>
            </a:r>
          </a:p>
          <a:p>
            <a:r>
              <a:rPr sz="2000"/>
              <a:t>All code, scenario and documentation sit in a reproducible public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05840"/>
          </a:xfrm>
        </p:spPr>
        <p:txBody>
          <a:bodyPr/>
          <a:lstStyle/>
          <a:p>
            <a:r>
              <a:t>Roadmap, confidence, and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846320"/>
          </a:xfrm>
        </p:spPr>
        <p:txBody>
          <a:bodyPr wrap="square"/>
          <a:lstStyle/>
          <a:p>
            <a:r>
              <a:rPr sz="2000"/>
              <a:t>Next: the Euston Road (A501) net build via netconvert, the pre-registered severe measurement of the coupling's boundary, and the SLM Job A/B/C characterisation.</a:t>
            </a:r>
          </a:p>
          <a:p>
            <a:r>
              <a:rPr sz="2000"/>
              <a:t>Confident: the deterministic gate and audit log are built and tested; the coupling claim is stated as a conditional lemma so it cannot overreach the evidence.</a:t>
            </a:r>
          </a:p>
          <a:p>
            <a:r>
              <a:rPr sz="2000"/>
              <a:t>Coupling risk: the measured boundary may be narrower than hoped; the honest boundary itself, not a guarantee, is the reported finding either way.</a:t>
            </a:r>
          </a:p>
          <a:p>
            <a:r>
              <a:rPr sz="2000"/>
              <a:t>SLM risk: a pre-committed kill criterion can demote the SLM's claim without removing the SLM's presence in the architecture.</a:t>
            </a:r>
          </a:p>
          <a:p>
            <a:r>
              <a:rPr sz="2000"/>
              <a:t>Data risk: calibrate demand from Department for Transport counts using SUMO routeSampler once the real net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