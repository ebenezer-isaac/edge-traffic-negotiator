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Edge Negotiator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Verified-Source Cross-Junction Coordination for SLM-Driven Traffic Signal Control</a:t>
            </a:r>
          </a:p>
          <a:p>
            <a:r>
              <a:rPr sz="1600"/>
              <a:t>UCL MSc Systems Engineering for IoT  —  Project Proposal &amp; Status</a:t>
            </a:r>
          </a:p>
          <a:p>
            <a:r>
              <a:rPr sz="1600"/>
              <a:t>Student 25153651  ·  Supervisors: Dr Akin Delibasi (UCL), Lee Stott (Microsoft)</a:t>
            </a:r>
          </a:p>
          <a:p>
            <a:r>
              <a:rPr sz="1600"/>
              <a:t>Small language-model agents that coordinate traffic lights, verify who they talk to,</a:t>
            </a:r>
          </a:p>
          <a:p>
            <a:r>
              <a:rPr sz="1600"/>
              <a:t>and catch faulty/spoofed data — evaluated in SUMO on a real London corridor.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we're building &amp;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Problem: traffic signals decide blind to neighbours; multi-agent coordination needs trustworthy data.</a:t>
            </a:r>
          </a:p>
          <a:p>
            <a:pPr/>
            <a:r>
              <a:rPr sz="2000"/>
              <a:t>Per-junction SLM agents (Phi-4-mini via Microsoft Foundry Local) coordinate signal timing in Eclipse SUMO.</a:t>
            </a:r>
          </a:p>
          <a:p>
            <a:pPr/>
            <a:r>
              <a:rPr sz="2000"/>
              <a:t>Deterministic MaxPressure shield validates / overrides every SLM decision — safety first.</a:t>
            </a:r>
          </a:p>
          <a:p>
            <a:pPr/>
            <a:r>
              <a:rPr sz="2000"/>
              <a:t>Cryptographic agent identity (Ed25519 + on-chain permissioned registry) — verify the source.</a:t>
            </a:r>
          </a:p>
          <a:p>
            <a:pPr/>
            <a:r>
              <a:rPr sz="2000"/>
              <a:t>Vehicle-conservation check flags spoofed / faulty neighbour reports; tamper-evident audit log.</a:t>
            </a:r>
          </a:p>
          <a:p>
            <a:pPr/>
            <a:r>
              <a:rPr sz="2000"/>
              <a:t>Novelty (integrative): authenticated identity + conservation check beneath SLM cross-junction coordination — no published precedent.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— built &amp;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Scope pivoted &amp; locked (supervisor-approved); single source-of-truth decision brief.</a:t>
            </a:r>
          </a:p>
          <a:p>
            <a:pPr/>
            <a:r>
              <a:rPr sz="2000"/>
              <a:t>Literature base: 175 papers (incl. 28 new on agent identity &amp; spoof / fault detection).</a:t>
            </a:r>
          </a:p>
          <a:p>
            <a:pPr/>
            <a:r>
              <a:rPr sz="2000"/>
              <a:t>DONE: SUMO 2x2 grid + MaxPressure baseline — beats fixed-time (waiting 52 s vs 66 s).</a:t>
            </a:r>
          </a:p>
          <a:p>
            <a:pPr/>
            <a:r>
              <a:rPr sz="2000"/>
              <a:t>DONE: SLM-in-the-loop — Phi-4-mini drives a junction live: 90 decisions, 0 failures, shield + event-gating working.</a:t>
            </a:r>
          </a:p>
          <a:p>
            <a:pPr/>
            <a:r>
              <a:rPr sz="2000"/>
              <a:t>Reproducible public repo — code, scenario, docs, all committed.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 ·  what we're confident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1"/>
              <a:t>Next steps:</a:t>
            </a:r>
          </a:p>
          <a:p>
            <a:pPr lvl="1"/>
            <a:r>
              <a:rPr sz="1700"/>
              <a:t>Cross-junction coordination — share predicted neighbour state (the novel core).</a:t>
            </a:r>
          </a:p>
          <a:p>
            <a:pPr lvl="1"/>
            <a:r>
              <a:rPr sz="1700"/>
              <a:t>Identity + audit layer — Ed25519 signatures + Hyperledger Besu allowlist / revoke.</a:t>
            </a:r>
          </a:p>
          <a:p>
            <a:pPr lvl="1"/>
            <a:r>
              <a:rPr sz="1700"/>
              <a:t>Spoof / fault detection + adversarial scenarios; then real Lambeth corridor + evaluation sweep.</a:t>
            </a:r>
          </a:p>
          <a:p>
            <a:pPr/>
            <a:r>
              <a:rPr sz="2000" b="1"/>
              <a:t>Confident about:</a:t>
            </a:r>
          </a:p>
          <a:p>
            <a:pPr lvl="1"/>
            <a:r>
              <a:rPr sz="1700"/>
              <a:t>End-to-end pipeline runs — SUMO + TraCI + SLM + shield all validated.</a:t>
            </a:r>
          </a:p>
          <a:p>
            <a:pPr lvl="1"/>
            <a:r>
              <a:rPr sz="1700"/>
              <a:t>Phi-4-mini serves on a consumer laptop; MaxPressure shield is provably stable.</a:t>
            </a:r>
          </a:p>
          <a:p>
            <a:pPr lvl="1"/>
            <a:r>
              <a:rPr sz="1700"/>
              <a:t>Identity mechanism is literature-backed and buildable within the timeline.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how we tackle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SLM latency (Foundry serial, ~2-8 s/decision)  -&gt;  terse output, pause-sim, event-gating, keep to ~6-8 SLM junctions.</a:t>
            </a:r>
          </a:p>
          <a:p>
            <a:pPr/>
            <a:r>
              <a:rPr sz="2000"/>
              <a:t>Consistency check is not truth (a consistent liar evades it)  -&gt;  scope to uncoordinated spoofs / faults; identity layer complements; cite the limit (Xiao 2026).</a:t>
            </a:r>
          </a:p>
          <a:p>
            <a:pPr/>
            <a:r>
              <a:rPr sz="2000"/>
              <a:t>Blockchain too slow for the control loop  -&gt;  async audit / registry only, never in the hot path.</a:t>
            </a:r>
          </a:p>
          <a:p>
            <a:pPr/>
            <a:r>
              <a:rPr sz="2000"/>
              <a:t>Real-corridor demand data is coarse  -&gt;  DfT traffic counts + SUMO routeSampler calibration.</a:t>
            </a:r>
          </a:p>
          <a:p>
            <a:pPr/>
            <a:r>
              <a:rPr sz="2000"/>
              <a:t>SLM decision quality  -&gt;  deterministic shield underneath; explicit-prompt engineering (already validated).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